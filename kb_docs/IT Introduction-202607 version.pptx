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5"/>
    <p:sldMasterId id="2147483681" r:id="rId6"/>
    <p:sldMasterId id="2147483710" r:id="rId7"/>
  </p:sldMasterIdLst>
  <p:notesMasterIdLst>
    <p:notesMasterId r:id="rId24"/>
  </p:notesMasterIdLst>
  <p:handoutMasterIdLst>
    <p:handoutMasterId r:id="rId25"/>
  </p:handoutMasterIdLst>
  <p:sldIdLst>
    <p:sldId id="445" r:id="rId8"/>
    <p:sldId id="272" r:id="rId9"/>
    <p:sldId id="446" r:id="rId10"/>
    <p:sldId id="271" r:id="rId11"/>
    <p:sldId id="268" r:id="rId12"/>
    <p:sldId id="449" r:id="rId13"/>
    <p:sldId id="447" r:id="rId14"/>
    <p:sldId id="448" r:id="rId15"/>
    <p:sldId id="450" r:id="rId16"/>
    <p:sldId id="451" r:id="rId17"/>
    <p:sldId id="273" r:id="rId18"/>
    <p:sldId id="274" r:id="rId19"/>
    <p:sldId id="452" r:id="rId20"/>
    <p:sldId id="269" r:id="rId21"/>
    <p:sldId id="270" r:id="rId22"/>
    <p:sldId id="292" r:id="rId23"/>
  </p:sldIdLst>
  <p:sldSz cx="24384000" cy="13716000"/>
  <p:notesSz cx="6858000" cy="9144000"/>
  <p:defaultTextStyle>
    <a:defPPr>
      <a:defRPr lang="en-US"/>
    </a:defPPr>
    <a:lvl1pPr algn="ctr" rtl="0" fontAlgn="base">
      <a:spcBef>
        <a:spcPct val="0"/>
      </a:spcBef>
      <a:spcAft>
        <a:spcPct val="0"/>
      </a:spcAft>
      <a:defRPr sz="54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54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54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54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54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54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54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54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54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C0E7"/>
    <a:srgbClr val="4E4E4E"/>
    <a:srgbClr val="FFFFFF"/>
    <a:srgbClr val="F2F2F2"/>
    <a:srgbClr val="BD1368"/>
    <a:srgbClr val="F64C30"/>
    <a:srgbClr val="F9B130"/>
    <a:srgbClr val="89BF27"/>
    <a:srgbClr val="1355A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84A491-B18C-4CAD-9DC5-6C56854C61F3}" v="43" dt="2026-08-06T04:38:47.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1"/>
  </p:normalViewPr>
  <p:slideViewPr>
    <p:cSldViewPr>
      <p:cViewPr varScale="1">
        <p:scale>
          <a:sx n="56" d="100"/>
          <a:sy n="56" d="100"/>
        </p:scale>
        <p:origin x="420" y="90"/>
      </p:cViewPr>
      <p:guideLst>
        <p:guide orient="horz" pos="4320"/>
        <p:guide pos="76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llan Zhang" userId="23c4fe0f-c2f3-4f83-bb70-6c6cab73c5be" providerId="ADAL" clId="{327516EC-8C24-4943-86BA-6EBE4AB9787B}"/>
    <pc:docChg chg="undo redo custSel addSld delSld modSld sldOrd">
      <pc:chgData name="Bollan Zhang" userId="23c4fe0f-c2f3-4f83-bb70-6c6cab73c5be" providerId="ADAL" clId="{327516EC-8C24-4943-86BA-6EBE4AB9787B}" dt="2026-08-06T04:44:15.989" v="2150" actId="12"/>
      <pc:docMkLst>
        <pc:docMk/>
      </pc:docMkLst>
      <pc:sldChg chg="addSp delSp modSp mod">
        <pc:chgData name="Bollan Zhang" userId="23c4fe0f-c2f3-4f83-bb70-6c6cab73c5be" providerId="ADAL" clId="{327516EC-8C24-4943-86BA-6EBE4AB9787B}" dt="2026-08-04T06:32:47.792" v="259" actId="20577"/>
        <pc:sldMkLst>
          <pc:docMk/>
          <pc:sldMk cId="1050297658" sldId="268"/>
        </pc:sldMkLst>
        <pc:spChg chg="mod">
          <ac:chgData name="Bollan Zhang" userId="23c4fe0f-c2f3-4f83-bb70-6c6cab73c5be" providerId="ADAL" clId="{327516EC-8C24-4943-86BA-6EBE4AB9787B}" dt="2026-08-04T06:32:47.792" v="259" actId="20577"/>
          <ac:spMkLst>
            <pc:docMk/>
            <pc:sldMk cId="1050297658" sldId="268"/>
            <ac:spMk id="4" creationId="{00000000-0000-0000-0000-000000000000}"/>
          </ac:spMkLst>
        </pc:spChg>
        <pc:picChg chg="add mod">
          <ac:chgData name="Bollan Zhang" userId="23c4fe0f-c2f3-4f83-bb70-6c6cab73c5be" providerId="ADAL" clId="{327516EC-8C24-4943-86BA-6EBE4AB9787B}" dt="2026-08-04T05:20:42.002" v="58"/>
          <ac:picMkLst>
            <pc:docMk/>
            <pc:sldMk cId="1050297658" sldId="268"/>
            <ac:picMk id="5" creationId="{790E0628-3337-88B9-CAE3-9C122DBA0888}"/>
          </ac:picMkLst>
        </pc:picChg>
        <pc:picChg chg="add mod">
          <ac:chgData name="Bollan Zhang" userId="23c4fe0f-c2f3-4f83-bb70-6c6cab73c5be" providerId="ADAL" clId="{327516EC-8C24-4943-86BA-6EBE4AB9787B}" dt="2026-08-04T06:32:34.241" v="255" actId="14100"/>
          <ac:picMkLst>
            <pc:docMk/>
            <pc:sldMk cId="1050297658" sldId="268"/>
            <ac:picMk id="8" creationId="{A293B9C5-AB42-6EBD-5046-4B62F1D59B0A}"/>
          </ac:picMkLst>
        </pc:picChg>
        <pc:picChg chg="add mod">
          <ac:chgData name="Bollan Zhang" userId="23c4fe0f-c2f3-4f83-bb70-6c6cab73c5be" providerId="ADAL" clId="{327516EC-8C24-4943-86BA-6EBE4AB9787B}" dt="2026-08-04T06:31:49.264" v="244" actId="14100"/>
          <ac:picMkLst>
            <pc:docMk/>
            <pc:sldMk cId="1050297658" sldId="268"/>
            <ac:picMk id="17" creationId="{8555DAE1-4568-8C20-D361-AF29063B057D}"/>
          </ac:picMkLst>
        </pc:picChg>
        <pc:picChg chg="add mod">
          <ac:chgData name="Bollan Zhang" userId="23c4fe0f-c2f3-4f83-bb70-6c6cab73c5be" providerId="ADAL" clId="{327516EC-8C24-4943-86BA-6EBE4AB9787B}" dt="2026-08-04T06:32:15.979" v="251" actId="14100"/>
          <ac:picMkLst>
            <pc:docMk/>
            <pc:sldMk cId="1050297658" sldId="268"/>
            <ac:picMk id="23" creationId="{CA037096-AB33-0E0E-D308-306102E3C1C3}"/>
          </ac:picMkLst>
        </pc:picChg>
        <pc:picChg chg="add mod">
          <ac:chgData name="Bollan Zhang" userId="23c4fe0f-c2f3-4f83-bb70-6c6cab73c5be" providerId="ADAL" clId="{327516EC-8C24-4943-86BA-6EBE4AB9787B}" dt="2026-08-04T06:32:00.310" v="246" actId="1076"/>
          <ac:picMkLst>
            <pc:docMk/>
            <pc:sldMk cId="1050297658" sldId="268"/>
            <ac:picMk id="25" creationId="{4FE5BEC0-90B3-E983-C5D2-8F6C69A154AD}"/>
          </ac:picMkLst>
        </pc:picChg>
        <pc:picChg chg="add mod">
          <ac:chgData name="Bollan Zhang" userId="23c4fe0f-c2f3-4f83-bb70-6c6cab73c5be" providerId="ADAL" clId="{327516EC-8C24-4943-86BA-6EBE4AB9787B}" dt="2026-08-04T06:32:18.927" v="252" actId="1076"/>
          <ac:picMkLst>
            <pc:docMk/>
            <pc:sldMk cId="1050297658" sldId="268"/>
            <ac:picMk id="27" creationId="{065AEAC6-6813-16DB-51EB-A1C97AF4B416}"/>
          </ac:picMkLst>
        </pc:picChg>
        <pc:picChg chg="add mod">
          <ac:chgData name="Bollan Zhang" userId="23c4fe0f-c2f3-4f83-bb70-6c6cab73c5be" providerId="ADAL" clId="{327516EC-8C24-4943-86BA-6EBE4AB9787B}" dt="2026-08-04T06:30:26.778" v="234" actId="1076"/>
          <ac:picMkLst>
            <pc:docMk/>
            <pc:sldMk cId="1050297658" sldId="268"/>
            <ac:picMk id="31" creationId="{AF67EF2A-C984-0BCA-4E14-AA6B011B23B3}"/>
          </ac:picMkLst>
        </pc:picChg>
        <pc:picChg chg="add mod">
          <ac:chgData name="Bollan Zhang" userId="23c4fe0f-c2f3-4f83-bb70-6c6cab73c5be" providerId="ADAL" clId="{327516EC-8C24-4943-86BA-6EBE4AB9787B}" dt="2026-08-04T06:30:29.653" v="235" actId="1076"/>
          <ac:picMkLst>
            <pc:docMk/>
            <pc:sldMk cId="1050297658" sldId="268"/>
            <ac:picMk id="33" creationId="{48F5C98C-6CCB-D2A2-106C-47F3E4B3D297}"/>
          </ac:picMkLst>
        </pc:picChg>
        <pc:picChg chg="add mod">
          <ac:chgData name="Bollan Zhang" userId="23c4fe0f-c2f3-4f83-bb70-6c6cab73c5be" providerId="ADAL" clId="{327516EC-8C24-4943-86BA-6EBE4AB9787B}" dt="2026-08-04T06:30:36.826" v="236" actId="1076"/>
          <ac:picMkLst>
            <pc:docMk/>
            <pc:sldMk cId="1050297658" sldId="268"/>
            <ac:picMk id="35" creationId="{674D3D37-81F5-6E2E-DD81-EB72B8506F57}"/>
          </ac:picMkLst>
        </pc:picChg>
        <pc:picChg chg="add mod">
          <ac:chgData name="Bollan Zhang" userId="23c4fe0f-c2f3-4f83-bb70-6c6cab73c5be" providerId="ADAL" clId="{327516EC-8C24-4943-86BA-6EBE4AB9787B}" dt="2026-08-04T06:31:44.256" v="242" actId="14100"/>
          <ac:picMkLst>
            <pc:docMk/>
            <pc:sldMk cId="1050297658" sldId="268"/>
            <ac:picMk id="37" creationId="{9B9027A7-7DC9-F5C9-7BC6-E2D7970EECF6}"/>
          </ac:picMkLst>
        </pc:picChg>
      </pc:sldChg>
      <pc:sldChg chg="addSp delSp modSp mod">
        <pc:chgData name="Bollan Zhang" userId="23c4fe0f-c2f3-4f83-bb70-6c6cab73c5be" providerId="ADAL" clId="{327516EC-8C24-4943-86BA-6EBE4AB9787B}" dt="2026-08-06T04:30:37.106" v="2027" actId="207"/>
        <pc:sldMkLst>
          <pc:docMk/>
          <pc:sldMk cId="2209200308" sldId="269"/>
        </pc:sldMkLst>
        <pc:spChg chg="mod">
          <ac:chgData name="Bollan Zhang" userId="23c4fe0f-c2f3-4f83-bb70-6c6cab73c5be" providerId="ADAL" clId="{327516EC-8C24-4943-86BA-6EBE4AB9787B}" dt="2026-08-06T03:56:02.651" v="1452" actId="1076"/>
          <ac:spMkLst>
            <pc:docMk/>
            <pc:sldMk cId="2209200308" sldId="269"/>
            <ac:spMk id="2" creationId="{00000000-0000-0000-0000-000000000000}"/>
          </ac:spMkLst>
        </pc:spChg>
        <pc:spChg chg="del">
          <ac:chgData name="Bollan Zhang" userId="23c4fe0f-c2f3-4f83-bb70-6c6cab73c5be" providerId="ADAL" clId="{327516EC-8C24-4943-86BA-6EBE4AB9787B}" dt="2026-08-06T04:13:19.304" v="1882" actId="478"/>
          <ac:spMkLst>
            <pc:docMk/>
            <pc:sldMk cId="2209200308" sldId="269"/>
            <ac:spMk id="3" creationId="{00000000-0000-0000-0000-000000000000}"/>
          </ac:spMkLst>
        </pc:spChg>
        <pc:spChg chg="mod">
          <ac:chgData name="Bollan Zhang" userId="23c4fe0f-c2f3-4f83-bb70-6c6cab73c5be" providerId="ADAL" clId="{327516EC-8C24-4943-86BA-6EBE4AB9787B}" dt="2026-08-06T04:30:37.106" v="2027" actId="207"/>
          <ac:spMkLst>
            <pc:docMk/>
            <pc:sldMk cId="2209200308" sldId="269"/>
            <ac:spMk id="5" creationId="{00000000-0000-0000-0000-000000000000}"/>
          </ac:spMkLst>
        </pc:spChg>
        <pc:spChg chg="add">
          <ac:chgData name="Bollan Zhang" userId="23c4fe0f-c2f3-4f83-bb70-6c6cab73c5be" providerId="ADAL" clId="{327516EC-8C24-4943-86BA-6EBE4AB9787B}" dt="2026-08-06T04:18:50.688" v="1901"/>
          <ac:spMkLst>
            <pc:docMk/>
            <pc:sldMk cId="2209200308" sldId="269"/>
            <ac:spMk id="6" creationId="{992547ED-0074-0A0A-089A-650578DCF141}"/>
          </ac:spMkLst>
        </pc:spChg>
        <pc:spChg chg="add">
          <ac:chgData name="Bollan Zhang" userId="23c4fe0f-c2f3-4f83-bb70-6c6cab73c5be" providerId="ADAL" clId="{327516EC-8C24-4943-86BA-6EBE4AB9787B}" dt="2026-08-06T04:19:05.527" v="1903"/>
          <ac:spMkLst>
            <pc:docMk/>
            <pc:sldMk cId="2209200308" sldId="269"/>
            <ac:spMk id="7" creationId="{4466624F-D574-75D1-ED8F-545D20625810}"/>
          </ac:spMkLst>
        </pc:spChg>
        <pc:picChg chg="add mod">
          <ac:chgData name="Bollan Zhang" userId="23c4fe0f-c2f3-4f83-bb70-6c6cab73c5be" providerId="ADAL" clId="{327516EC-8C24-4943-86BA-6EBE4AB9787B}" dt="2026-08-04T05:21:27.402" v="76"/>
          <ac:picMkLst>
            <pc:docMk/>
            <pc:sldMk cId="2209200308" sldId="269"/>
            <ac:picMk id="4" creationId="{70715695-2B4C-D1E4-FBFC-F6B0A0310C13}"/>
          </ac:picMkLst>
        </pc:picChg>
      </pc:sldChg>
      <pc:sldChg chg="addSp delSp modSp mod">
        <pc:chgData name="Bollan Zhang" userId="23c4fe0f-c2f3-4f83-bb70-6c6cab73c5be" providerId="ADAL" clId="{327516EC-8C24-4943-86BA-6EBE4AB9787B}" dt="2026-08-06T04:16:48.127" v="1897" actId="27107"/>
        <pc:sldMkLst>
          <pc:docMk/>
          <pc:sldMk cId="1854411918" sldId="270"/>
        </pc:sldMkLst>
        <pc:spChg chg="del">
          <ac:chgData name="Bollan Zhang" userId="23c4fe0f-c2f3-4f83-bb70-6c6cab73c5be" providerId="ADAL" clId="{327516EC-8C24-4943-86BA-6EBE4AB9787B}" dt="2026-08-06T04:13:07.593" v="1880" actId="478"/>
          <ac:spMkLst>
            <pc:docMk/>
            <pc:sldMk cId="1854411918" sldId="270"/>
            <ac:spMk id="3" creationId="{00000000-0000-0000-0000-000000000000}"/>
          </ac:spMkLst>
        </pc:spChg>
        <pc:spChg chg="mod">
          <ac:chgData name="Bollan Zhang" userId="23c4fe0f-c2f3-4f83-bb70-6c6cab73c5be" providerId="ADAL" clId="{327516EC-8C24-4943-86BA-6EBE4AB9787B}" dt="2026-08-06T04:10:26.706" v="1826" actId="20577"/>
          <ac:spMkLst>
            <pc:docMk/>
            <pc:sldMk cId="1854411918" sldId="270"/>
            <ac:spMk id="6" creationId="{00000000-0000-0000-0000-000000000000}"/>
          </ac:spMkLst>
        </pc:spChg>
        <pc:spChg chg="mod">
          <ac:chgData name="Bollan Zhang" userId="23c4fe0f-c2f3-4f83-bb70-6c6cab73c5be" providerId="ADAL" clId="{327516EC-8C24-4943-86BA-6EBE4AB9787B}" dt="2026-08-06T04:16:48.127" v="1897" actId="27107"/>
          <ac:spMkLst>
            <pc:docMk/>
            <pc:sldMk cId="1854411918" sldId="270"/>
            <ac:spMk id="7" creationId="{00000000-0000-0000-0000-000000000000}"/>
          </ac:spMkLst>
        </pc:spChg>
        <pc:picChg chg="add mod">
          <ac:chgData name="Bollan Zhang" userId="23c4fe0f-c2f3-4f83-bb70-6c6cab73c5be" providerId="ADAL" clId="{327516EC-8C24-4943-86BA-6EBE4AB9787B}" dt="2026-08-04T05:21:31.753" v="78"/>
          <ac:picMkLst>
            <pc:docMk/>
            <pc:sldMk cId="1854411918" sldId="270"/>
            <ac:picMk id="2" creationId="{F0E409BD-5E37-27CD-AA7E-B8BA74A71BC1}"/>
          </ac:picMkLst>
        </pc:picChg>
      </pc:sldChg>
      <pc:sldChg chg="addSp delSp modSp mod">
        <pc:chgData name="Bollan Zhang" userId="23c4fe0f-c2f3-4f83-bb70-6c6cab73c5be" providerId="ADAL" clId="{327516EC-8C24-4943-86BA-6EBE4AB9787B}" dt="2026-08-06T04:43:13.476" v="2148" actId="14100"/>
        <pc:sldMkLst>
          <pc:docMk/>
          <pc:sldMk cId="1026333368" sldId="271"/>
        </pc:sldMkLst>
        <pc:spChg chg="add mod">
          <ac:chgData name="Bollan Zhang" userId="23c4fe0f-c2f3-4f83-bb70-6c6cab73c5be" providerId="ADAL" clId="{327516EC-8C24-4943-86BA-6EBE4AB9787B}" dt="2026-08-06T04:39:40.457" v="2104" actId="1076"/>
          <ac:spMkLst>
            <pc:docMk/>
            <pc:sldMk cId="1026333368" sldId="271"/>
            <ac:spMk id="4" creationId="{2C7945A4-34BD-CB2D-A1EC-AA84E7B95CA3}"/>
          </ac:spMkLst>
        </pc:spChg>
        <pc:spChg chg="mod">
          <ac:chgData name="Bollan Zhang" userId="23c4fe0f-c2f3-4f83-bb70-6c6cab73c5be" providerId="ADAL" clId="{327516EC-8C24-4943-86BA-6EBE4AB9787B}" dt="2026-08-06T04:43:13.476" v="2148" actId="14100"/>
          <ac:spMkLst>
            <pc:docMk/>
            <pc:sldMk cId="1026333368" sldId="271"/>
            <ac:spMk id="5" creationId="{5A9B7143-8C34-E008-0CC5-FE7A32050138}"/>
          </ac:spMkLst>
        </pc:spChg>
        <pc:spChg chg="mod">
          <ac:chgData name="Bollan Zhang" userId="23c4fe0f-c2f3-4f83-bb70-6c6cab73c5be" providerId="ADAL" clId="{327516EC-8C24-4943-86BA-6EBE4AB9787B}" dt="2026-08-06T04:36:56.462" v="2072"/>
          <ac:spMkLst>
            <pc:docMk/>
            <pc:sldMk cId="1026333368" sldId="271"/>
            <ac:spMk id="6" creationId="{00000000-0000-0000-0000-000000000000}"/>
          </ac:spMkLst>
        </pc:spChg>
        <pc:spChg chg="add mod">
          <ac:chgData name="Bollan Zhang" userId="23c4fe0f-c2f3-4f83-bb70-6c6cab73c5be" providerId="ADAL" clId="{327516EC-8C24-4943-86BA-6EBE4AB9787B}" dt="2026-08-06T04:42:36.849" v="2143" actId="1076"/>
          <ac:spMkLst>
            <pc:docMk/>
            <pc:sldMk cId="1026333368" sldId="271"/>
            <ac:spMk id="9" creationId="{81FBCF69-C98E-B225-0F12-990E8F8A4AAA}"/>
          </ac:spMkLst>
        </pc:spChg>
        <pc:spChg chg="del mod">
          <ac:chgData name="Bollan Zhang" userId="23c4fe0f-c2f3-4f83-bb70-6c6cab73c5be" providerId="ADAL" clId="{327516EC-8C24-4943-86BA-6EBE4AB9787B}" dt="2026-08-06T04:38:53.228" v="2100" actId="478"/>
          <ac:spMkLst>
            <pc:docMk/>
            <pc:sldMk cId="1026333368" sldId="271"/>
            <ac:spMk id="21" creationId="{1C43D4AB-65E8-3226-E586-A9437FAABF66}"/>
          </ac:spMkLst>
        </pc:spChg>
        <pc:picChg chg="add mod">
          <ac:chgData name="Bollan Zhang" userId="23c4fe0f-c2f3-4f83-bb70-6c6cab73c5be" providerId="ADAL" clId="{327516EC-8C24-4943-86BA-6EBE4AB9787B}" dt="2026-08-04T05:20:32.553" v="54"/>
          <ac:picMkLst>
            <pc:docMk/>
            <pc:sldMk cId="1026333368" sldId="271"/>
            <ac:picMk id="2" creationId="{C4A6A918-E0AB-655A-27D1-03EB5AAB2452}"/>
          </ac:picMkLst>
        </pc:picChg>
        <pc:picChg chg="add mod">
          <ac:chgData name="Bollan Zhang" userId="23c4fe0f-c2f3-4f83-bb70-6c6cab73c5be" providerId="ADAL" clId="{327516EC-8C24-4943-86BA-6EBE4AB9787B}" dt="2026-08-06T04:43:07.213" v="2147" actId="1076"/>
          <ac:picMkLst>
            <pc:docMk/>
            <pc:sldMk cId="1026333368" sldId="271"/>
            <ac:picMk id="8" creationId="{4FFA8F76-D348-2485-B5A2-0BF71722C862}"/>
          </ac:picMkLst>
        </pc:picChg>
      </pc:sldChg>
      <pc:sldChg chg="addSp delSp modSp mod">
        <pc:chgData name="Bollan Zhang" userId="23c4fe0f-c2f3-4f83-bb70-6c6cab73c5be" providerId="ADAL" clId="{327516EC-8C24-4943-86BA-6EBE4AB9787B}" dt="2026-08-06T04:44:15.989" v="2150" actId="12"/>
        <pc:sldMkLst>
          <pc:docMk/>
          <pc:sldMk cId="1042051459" sldId="272"/>
        </pc:sldMkLst>
        <pc:spChg chg="mod">
          <ac:chgData name="Bollan Zhang" userId="23c4fe0f-c2f3-4f83-bb70-6c6cab73c5be" providerId="ADAL" clId="{327516EC-8C24-4943-86BA-6EBE4AB9787B}" dt="2026-08-06T04:44:15.989" v="2150" actId="12"/>
          <ac:spMkLst>
            <pc:docMk/>
            <pc:sldMk cId="1042051459" sldId="272"/>
            <ac:spMk id="8" creationId="{0F0C1636-5EA0-6C6D-2AC3-9D77D0D2215A}"/>
          </ac:spMkLst>
        </pc:spChg>
        <pc:picChg chg="add mod">
          <ac:chgData name="Bollan Zhang" userId="23c4fe0f-c2f3-4f83-bb70-6c6cab73c5be" providerId="ADAL" clId="{327516EC-8C24-4943-86BA-6EBE4AB9787B}" dt="2026-08-06T03:33:22.880" v="1340" actId="1076"/>
          <ac:picMkLst>
            <pc:docMk/>
            <pc:sldMk cId="1042051459" sldId="272"/>
            <ac:picMk id="6" creationId="{7421A784-09D2-E82D-A081-74AD6B1D4933}"/>
          </ac:picMkLst>
        </pc:picChg>
        <pc:picChg chg="mod">
          <ac:chgData name="Bollan Zhang" userId="23c4fe0f-c2f3-4f83-bb70-6c6cab73c5be" providerId="ADAL" clId="{327516EC-8C24-4943-86BA-6EBE4AB9787B}" dt="2026-08-04T05:20:09.827" v="48" actId="1076"/>
          <ac:picMkLst>
            <pc:docMk/>
            <pc:sldMk cId="1042051459" sldId="272"/>
            <ac:picMk id="37" creationId="{00000000-0000-0000-0000-000000000000}"/>
          </ac:picMkLst>
        </pc:picChg>
      </pc:sldChg>
      <pc:sldChg chg="addSp delSp modSp mod">
        <pc:chgData name="Bollan Zhang" userId="23c4fe0f-c2f3-4f83-bb70-6c6cab73c5be" providerId="ADAL" clId="{327516EC-8C24-4943-86BA-6EBE4AB9787B}" dt="2026-08-06T03:53:42.882" v="1411" actId="478"/>
        <pc:sldMkLst>
          <pc:docMk/>
          <pc:sldMk cId="58501418" sldId="273"/>
        </pc:sldMkLst>
        <pc:spChg chg="del">
          <ac:chgData name="Bollan Zhang" userId="23c4fe0f-c2f3-4f83-bb70-6c6cab73c5be" providerId="ADAL" clId="{327516EC-8C24-4943-86BA-6EBE4AB9787B}" dt="2026-08-06T03:53:42.882" v="1411" actId="478"/>
          <ac:spMkLst>
            <pc:docMk/>
            <pc:sldMk cId="58501418" sldId="273"/>
            <ac:spMk id="3" creationId="{00000000-0000-0000-0000-000000000000}"/>
          </ac:spMkLst>
        </pc:spChg>
        <pc:spChg chg="mod">
          <ac:chgData name="Bollan Zhang" userId="23c4fe0f-c2f3-4f83-bb70-6c6cab73c5be" providerId="ADAL" clId="{327516EC-8C24-4943-86BA-6EBE4AB9787B}" dt="2026-08-06T03:12:22.189" v="1305" actId="1076"/>
          <ac:spMkLst>
            <pc:docMk/>
            <pc:sldMk cId="58501418" sldId="273"/>
            <ac:spMk id="4" creationId="{11DC2400-39E4-CCBC-C157-594760F3AEC0}"/>
          </ac:spMkLst>
        </pc:spChg>
        <pc:spChg chg="mod">
          <ac:chgData name="Bollan Zhang" userId="23c4fe0f-c2f3-4f83-bb70-6c6cab73c5be" providerId="ADAL" clId="{327516EC-8C24-4943-86BA-6EBE4AB9787B}" dt="2026-08-06T03:12:45.149" v="1318" actId="20577"/>
          <ac:spMkLst>
            <pc:docMk/>
            <pc:sldMk cId="58501418" sldId="273"/>
            <ac:spMk id="6" creationId="{00000000-0000-0000-0000-000000000000}"/>
          </ac:spMkLst>
        </pc:spChg>
        <pc:spChg chg="mod">
          <ac:chgData name="Bollan Zhang" userId="23c4fe0f-c2f3-4f83-bb70-6c6cab73c5be" providerId="ADAL" clId="{327516EC-8C24-4943-86BA-6EBE4AB9787B}" dt="2026-08-06T03:12:14.217" v="1304" actId="1076"/>
          <ac:spMkLst>
            <pc:docMk/>
            <pc:sldMk cId="58501418" sldId="273"/>
            <ac:spMk id="7" creationId="{CC467BE8-EB81-D887-9F04-0EF5F797FB15}"/>
          </ac:spMkLst>
        </pc:spChg>
        <pc:picChg chg="add mod">
          <ac:chgData name="Bollan Zhang" userId="23c4fe0f-c2f3-4f83-bb70-6c6cab73c5be" providerId="ADAL" clId="{327516EC-8C24-4943-86BA-6EBE4AB9787B}" dt="2026-08-04T05:21:11.559" v="70"/>
          <ac:picMkLst>
            <pc:docMk/>
            <pc:sldMk cId="58501418" sldId="273"/>
            <ac:picMk id="2" creationId="{C904492C-FBF0-2EBE-5A9B-58BEB436F717}"/>
          </ac:picMkLst>
        </pc:picChg>
        <pc:picChg chg="del">
          <ac:chgData name="Bollan Zhang" userId="23c4fe0f-c2f3-4f83-bb70-6c6cab73c5be" providerId="ADAL" clId="{327516EC-8C24-4943-86BA-6EBE4AB9787B}" dt="2026-08-06T02:55:06.255" v="1159" actId="478"/>
          <ac:picMkLst>
            <pc:docMk/>
            <pc:sldMk cId="58501418" sldId="273"/>
            <ac:picMk id="5" creationId="{3228A316-AF9E-74A8-DE6F-E7F69116B8A5}"/>
          </ac:picMkLst>
        </pc:picChg>
        <pc:picChg chg="add mod">
          <ac:chgData name="Bollan Zhang" userId="23c4fe0f-c2f3-4f83-bb70-6c6cab73c5be" providerId="ADAL" clId="{327516EC-8C24-4943-86BA-6EBE4AB9787B}" dt="2026-08-06T03:09:57.483" v="1292" actId="1076"/>
          <ac:picMkLst>
            <pc:docMk/>
            <pc:sldMk cId="58501418" sldId="273"/>
            <ac:picMk id="9" creationId="{D82E7344-F23C-A633-AB55-B5E692AFCD86}"/>
          </ac:picMkLst>
        </pc:picChg>
        <pc:picChg chg="mod">
          <ac:chgData name="Bollan Zhang" userId="23c4fe0f-c2f3-4f83-bb70-6c6cab73c5be" providerId="ADAL" clId="{327516EC-8C24-4943-86BA-6EBE4AB9787B}" dt="2026-08-06T03:10:14.704" v="1296" actId="1076"/>
          <ac:picMkLst>
            <pc:docMk/>
            <pc:sldMk cId="58501418" sldId="273"/>
            <ac:picMk id="23" creationId="{5D04A15C-5783-F849-52AD-E3768C7CF870}"/>
          </ac:picMkLst>
        </pc:picChg>
      </pc:sldChg>
      <pc:sldChg chg="addSp delSp modSp mod ord">
        <pc:chgData name="Bollan Zhang" userId="23c4fe0f-c2f3-4f83-bb70-6c6cab73c5be" providerId="ADAL" clId="{327516EC-8C24-4943-86BA-6EBE4AB9787B}" dt="2026-08-06T03:53:47.446" v="1412" actId="478"/>
        <pc:sldMkLst>
          <pc:docMk/>
          <pc:sldMk cId="1668572982" sldId="274"/>
        </pc:sldMkLst>
        <pc:spChg chg="del">
          <ac:chgData name="Bollan Zhang" userId="23c4fe0f-c2f3-4f83-bb70-6c6cab73c5be" providerId="ADAL" clId="{327516EC-8C24-4943-86BA-6EBE4AB9787B}" dt="2026-08-06T03:53:47.446" v="1412" actId="478"/>
          <ac:spMkLst>
            <pc:docMk/>
            <pc:sldMk cId="1668572982" sldId="274"/>
            <ac:spMk id="3" creationId="{00000000-0000-0000-0000-000000000000}"/>
          </ac:spMkLst>
        </pc:spChg>
        <pc:spChg chg="mod">
          <ac:chgData name="Bollan Zhang" userId="23c4fe0f-c2f3-4f83-bb70-6c6cab73c5be" providerId="ADAL" clId="{327516EC-8C24-4943-86BA-6EBE4AB9787B}" dt="2026-08-06T03:47:08.267" v="1390" actId="20577"/>
          <ac:spMkLst>
            <pc:docMk/>
            <pc:sldMk cId="1668572982" sldId="274"/>
            <ac:spMk id="6" creationId="{00000000-0000-0000-0000-000000000000}"/>
          </ac:spMkLst>
        </pc:spChg>
        <pc:spChg chg="del mod">
          <ac:chgData name="Bollan Zhang" userId="23c4fe0f-c2f3-4f83-bb70-6c6cab73c5be" providerId="ADAL" clId="{327516EC-8C24-4943-86BA-6EBE4AB9787B}" dt="2026-08-06T03:44:45.461" v="1361" actId="478"/>
          <ac:spMkLst>
            <pc:docMk/>
            <pc:sldMk cId="1668572982" sldId="274"/>
            <ac:spMk id="10" creationId="{A1FB50FC-05A5-ACB5-83B6-3AD626C50B02}"/>
          </ac:spMkLst>
        </pc:spChg>
        <pc:spChg chg="del">
          <ac:chgData name="Bollan Zhang" userId="23c4fe0f-c2f3-4f83-bb70-6c6cab73c5be" providerId="ADAL" clId="{327516EC-8C24-4943-86BA-6EBE4AB9787B}" dt="2026-08-06T03:45:13.876" v="1370" actId="478"/>
          <ac:spMkLst>
            <pc:docMk/>
            <pc:sldMk cId="1668572982" sldId="274"/>
            <ac:spMk id="13" creationId="{773C64DB-4F73-0259-2AF9-F6049AF4EB25}"/>
          </ac:spMkLst>
        </pc:spChg>
        <pc:spChg chg="mod">
          <ac:chgData name="Bollan Zhang" userId="23c4fe0f-c2f3-4f83-bb70-6c6cab73c5be" providerId="ADAL" clId="{327516EC-8C24-4943-86BA-6EBE4AB9787B}" dt="2026-08-06T03:51:30.111" v="1396" actId="1076"/>
          <ac:spMkLst>
            <pc:docMk/>
            <pc:sldMk cId="1668572982" sldId="274"/>
            <ac:spMk id="16" creationId="{99CB5CA2-E746-652A-6D4F-9FCF0D361A26}"/>
          </ac:spMkLst>
        </pc:spChg>
        <pc:spChg chg="mod">
          <ac:chgData name="Bollan Zhang" userId="23c4fe0f-c2f3-4f83-bb70-6c6cab73c5be" providerId="ADAL" clId="{327516EC-8C24-4943-86BA-6EBE4AB9787B}" dt="2026-08-06T03:52:26.903" v="1407" actId="1076"/>
          <ac:spMkLst>
            <pc:docMk/>
            <pc:sldMk cId="1668572982" sldId="274"/>
            <ac:spMk id="19" creationId="{7A0C8D73-5E0E-7ADA-F663-CCE291D3C21D}"/>
          </ac:spMkLst>
        </pc:spChg>
        <pc:spChg chg="mod">
          <ac:chgData name="Bollan Zhang" userId="23c4fe0f-c2f3-4f83-bb70-6c6cab73c5be" providerId="ADAL" clId="{327516EC-8C24-4943-86BA-6EBE4AB9787B}" dt="2026-08-06T03:52:10.964" v="1406" actId="20577"/>
          <ac:spMkLst>
            <pc:docMk/>
            <pc:sldMk cId="1668572982" sldId="274"/>
            <ac:spMk id="22" creationId="{AAFD907A-3C32-97EA-A3B6-CC6D9478046E}"/>
          </ac:spMkLst>
        </pc:spChg>
        <pc:picChg chg="add mod">
          <ac:chgData name="Bollan Zhang" userId="23c4fe0f-c2f3-4f83-bb70-6c6cab73c5be" providerId="ADAL" clId="{327516EC-8C24-4943-86BA-6EBE4AB9787B}" dt="2026-08-04T05:21:23.398" v="74"/>
          <ac:picMkLst>
            <pc:docMk/>
            <pc:sldMk cId="1668572982" sldId="274"/>
            <ac:picMk id="2" creationId="{887D3E64-3924-190B-7CA4-F414543DBCC5}"/>
          </ac:picMkLst>
        </pc:picChg>
        <pc:picChg chg="del">
          <ac:chgData name="Bollan Zhang" userId="23c4fe0f-c2f3-4f83-bb70-6c6cab73c5be" providerId="ADAL" clId="{327516EC-8C24-4943-86BA-6EBE4AB9787B}" dt="2026-08-06T03:43:47.455" v="1354" actId="478"/>
          <ac:picMkLst>
            <pc:docMk/>
            <pc:sldMk cId="1668572982" sldId="274"/>
            <ac:picMk id="4" creationId="{BAFC2BE7-BCE5-8A51-2AB3-83965C016AA2}"/>
          </ac:picMkLst>
        </pc:picChg>
        <pc:picChg chg="add mod">
          <ac:chgData name="Bollan Zhang" userId="23c4fe0f-c2f3-4f83-bb70-6c6cab73c5be" providerId="ADAL" clId="{327516EC-8C24-4943-86BA-6EBE4AB9787B}" dt="2026-08-06T03:52:03.015" v="1400" actId="1076"/>
          <ac:picMkLst>
            <pc:docMk/>
            <pc:sldMk cId="1668572982" sldId="274"/>
            <ac:picMk id="7" creationId="{602EEC75-4E36-88CC-D1F2-2161236EDF32}"/>
          </ac:picMkLst>
        </pc:picChg>
        <pc:picChg chg="del">
          <ac:chgData name="Bollan Zhang" userId="23c4fe0f-c2f3-4f83-bb70-6c6cab73c5be" providerId="ADAL" clId="{327516EC-8C24-4943-86BA-6EBE4AB9787B}" dt="2026-08-06T03:44:46.506" v="1362" actId="478"/>
          <ac:picMkLst>
            <pc:docMk/>
            <pc:sldMk cId="1668572982" sldId="274"/>
            <ac:picMk id="9" creationId="{8B2C3687-695D-6922-406F-75E427BD8BFF}"/>
          </ac:picMkLst>
        </pc:picChg>
        <pc:picChg chg="add mod">
          <ac:chgData name="Bollan Zhang" userId="23c4fe0f-c2f3-4f83-bb70-6c6cab73c5be" providerId="ADAL" clId="{327516EC-8C24-4943-86BA-6EBE4AB9787B}" dt="2026-08-06T03:51:36.697" v="1397" actId="1076"/>
          <ac:picMkLst>
            <pc:docMk/>
            <pc:sldMk cId="1668572982" sldId="274"/>
            <ac:picMk id="11" creationId="{7DD88A52-2A0F-16E7-1403-2638A6B0056E}"/>
          </ac:picMkLst>
        </pc:picChg>
        <pc:picChg chg="del">
          <ac:chgData name="Bollan Zhang" userId="23c4fe0f-c2f3-4f83-bb70-6c6cab73c5be" providerId="ADAL" clId="{327516EC-8C24-4943-86BA-6EBE4AB9787B}" dt="2026-08-06T03:45:10.708" v="1369" actId="478"/>
          <ac:picMkLst>
            <pc:docMk/>
            <pc:sldMk cId="1668572982" sldId="274"/>
            <ac:picMk id="12" creationId="{1A2A925D-2847-82EC-E394-49433CB03204}"/>
          </ac:picMkLst>
        </pc:picChg>
        <pc:picChg chg="del">
          <ac:chgData name="Bollan Zhang" userId="23c4fe0f-c2f3-4f83-bb70-6c6cab73c5be" providerId="ADAL" clId="{327516EC-8C24-4943-86BA-6EBE4AB9787B}" dt="2026-08-06T03:45:23.345" v="1372" actId="478"/>
          <ac:picMkLst>
            <pc:docMk/>
            <pc:sldMk cId="1668572982" sldId="274"/>
            <ac:picMk id="15" creationId="{E022B709-12DC-3F48-9CB0-A5162A1C2CD6}"/>
          </ac:picMkLst>
        </pc:picChg>
        <pc:picChg chg="add mod">
          <ac:chgData name="Bollan Zhang" userId="23c4fe0f-c2f3-4f83-bb70-6c6cab73c5be" providerId="ADAL" clId="{327516EC-8C24-4943-86BA-6EBE4AB9787B}" dt="2026-08-06T03:51:22.678" v="1395" actId="1076"/>
          <ac:picMkLst>
            <pc:docMk/>
            <pc:sldMk cId="1668572982" sldId="274"/>
            <ac:picMk id="17" creationId="{4D16BE7D-996A-76C8-4E01-62D75482698D}"/>
          </ac:picMkLst>
        </pc:picChg>
        <pc:picChg chg="add mod">
          <ac:chgData name="Bollan Zhang" userId="23c4fe0f-c2f3-4f83-bb70-6c6cab73c5be" providerId="ADAL" clId="{327516EC-8C24-4943-86BA-6EBE4AB9787B}" dt="2026-08-06T03:52:40.851" v="1410" actId="1076"/>
          <ac:picMkLst>
            <pc:docMk/>
            <pc:sldMk cId="1668572982" sldId="274"/>
            <ac:picMk id="20" creationId="{DFD25A48-D5C0-92A1-B240-57834237FE01}"/>
          </ac:picMkLst>
        </pc:picChg>
        <pc:picChg chg="del">
          <ac:chgData name="Bollan Zhang" userId="23c4fe0f-c2f3-4f83-bb70-6c6cab73c5be" providerId="ADAL" clId="{327516EC-8C24-4943-86BA-6EBE4AB9787B}" dt="2026-08-06T03:44:42.458" v="1360" actId="478"/>
          <ac:picMkLst>
            <pc:docMk/>
            <pc:sldMk cId="1668572982" sldId="274"/>
            <ac:picMk id="1026" creationId="{096E7103-F5F1-31F0-0E08-4FCEA082DA07}"/>
          </ac:picMkLst>
        </pc:picChg>
      </pc:sldChg>
      <pc:sldChg chg="addSp delSp modSp mod">
        <pc:chgData name="Bollan Zhang" userId="23c4fe0f-c2f3-4f83-bb70-6c6cab73c5be" providerId="ADAL" clId="{327516EC-8C24-4943-86BA-6EBE4AB9787B}" dt="2026-08-04T05:21:35.559" v="80"/>
        <pc:sldMkLst>
          <pc:docMk/>
          <pc:sldMk cId="1886483977" sldId="292"/>
        </pc:sldMkLst>
        <pc:picChg chg="add mod">
          <ac:chgData name="Bollan Zhang" userId="23c4fe0f-c2f3-4f83-bb70-6c6cab73c5be" providerId="ADAL" clId="{327516EC-8C24-4943-86BA-6EBE4AB9787B}" dt="2026-08-04T05:21:35.559" v="80"/>
          <ac:picMkLst>
            <pc:docMk/>
            <pc:sldMk cId="1886483977" sldId="292"/>
            <ac:picMk id="2" creationId="{978837B8-ECA1-02F2-2E8B-A20F77E1ECE1}"/>
          </ac:picMkLst>
        </pc:picChg>
      </pc:sldChg>
      <pc:sldChg chg="addSp delSp modSp mod">
        <pc:chgData name="Bollan Zhang" userId="23c4fe0f-c2f3-4f83-bb70-6c6cab73c5be" providerId="ADAL" clId="{327516EC-8C24-4943-86BA-6EBE4AB9787B}" dt="2026-08-04T05:20:22.210" v="50"/>
        <pc:sldMkLst>
          <pc:docMk/>
          <pc:sldMk cId="3307449494" sldId="445"/>
        </pc:sldMkLst>
        <pc:picChg chg="add mod">
          <ac:chgData name="Bollan Zhang" userId="23c4fe0f-c2f3-4f83-bb70-6c6cab73c5be" providerId="ADAL" clId="{327516EC-8C24-4943-86BA-6EBE4AB9787B}" dt="2026-08-04T05:20:22.210" v="50"/>
          <ac:picMkLst>
            <pc:docMk/>
            <pc:sldMk cId="3307449494" sldId="445"/>
            <ac:picMk id="2" creationId="{DB21A5E3-F1CD-DB53-0BCE-77D22AD6C169}"/>
          </ac:picMkLst>
        </pc:picChg>
      </pc:sldChg>
      <pc:sldChg chg="addSp delSp modSp mod">
        <pc:chgData name="Bollan Zhang" userId="23c4fe0f-c2f3-4f83-bb70-6c6cab73c5be" providerId="ADAL" clId="{327516EC-8C24-4943-86BA-6EBE4AB9787B}" dt="2026-08-04T05:23:23.061" v="113" actId="122"/>
        <pc:sldMkLst>
          <pc:docMk/>
          <pc:sldMk cId="4092074886" sldId="446"/>
        </pc:sldMkLst>
        <pc:spChg chg="mod">
          <ac:chgData name="Bollan Zhang" userId="23c4fe0f-c2f3-4f83-bb70-6c6cab73c5be" providerId="ADAL" clId="{327516EC-8C24-4943-86BA-6EBE4AB9787B}" dt="2026-08-04T05:23:23.061" v="113" actId="122"/>
          <ac:spMkLst>
            <pc:docMk/>
            <pc:sldMk cId="4092074886" sldId="446"/>
            <ac:spMk id="88" creationId="{222724D3-3179-C906-45E4-B186585EA534}"/>
          </ac:spMkLst>
        </pc:spChg>
        <pc:picChg chg="add mod">
          <ac:chgData name="Bollan Zhang" userId="23c4fe0f-c2f3-4f83-bb70-6c6cab73c5be" providerId="ADAL" clId="{327516EC-8C24-4943-86BA-6EBE4AB9787B}" dt="2026-08-04T05:20:28.513" v="52"/>
          <ac:picMkLst>
            <pc:docMk/>
            <pc:sldMk cId="4092074886" sldId="446"/>
            <ac:picMk id="2" creationId="{BC3060F0-D154-6A13-B9B6-96BB5520DF51}"/>
          </ac:picMkLst>
        </pc:picChg>
        <pc:picChg chg="add mod">
          <ac:chgData name="Bollan Zhang" userId="23c4fe0f-c2f3-4f83-bb70-6c6cab73c5be" providerId="ADAL" clId="{327516EC-8C24-4943-86BA-6EBE4AB9787B}" dt="2026-08-04T05:23:06.865" v="108" actId="1076"/>
          <ac:picMkLst>
            <pc:docMk/>
            <pc:sldMk cId="4092074886" sldId="446"/>
            <ac:picMk id="5" creationId="{F8241366-B8B7-FAF5-EA98-FD600BB08A03}"/>
          </ac:picMkLst>
        </pc:picChg>
        <pc:picChg chg="add mod">
          <ac:chgData name="Bollan Zhang" userId="23c4fe0f-c2f3-4f83-bb70-6c6cab73c5be" providerId="ADAL" clId="{327516EC-8C24-4943-86BA-6EBE4AB9787B}" dt="2026-08-04T05:23:09.641" v="109" actId="1076"/>
          <ac:picMkLst>
            <pc:docMk/>
            <pc:sldMk cId="4092074886" sldId="446"/>
            <ac:picMk id="7" creationId="{7CFD754B-F860-291A-2D82-9B05DE38C13B}"/>
          </ac:picMkLst>
        </pc:picChg>
      </pc:sldChg>
      <pc:sldChg chg="addSp delSp modSp mod">
        <pc:chgData name="Bollan Zhang" userId="23c4fe0f-c2f3-4f83-bb70-6c6cab73c5be" providerId="ADAL" clId="{327516EC-8C24-4943-86BA-6EBE4AB9787B}" dt="2026-08-04T07:49:07.834" v="582" actId="1076"/>
        <pc:sldMkLst>
          <pc:docMk/>
          <pc:sldMk cId="154033235" sldId="447"/>
        </pc:sldMkLst>
        <pc:spChg chg="mod">
          <ac:chgData name="Bollan Zhang" userId="23c4fe0f-c2f3-4f83-bb70-6c6cab73c5be" providerId="ADAL" clId="{327516EC-8C24-4943-86BA-6EBE4AB9787B}" dt="2026-08-04T07:06:24.979" v="369" actId="20577"/>
          <ac:spMkLst>
            <pc:docMk/>
            <pc:sldMk cId="154033235" sldId="447"/>
            <ac:spMk id="2" creationId="{C31B7056-8AE6-3A71-0EA4-2849E84E24A7}"/>
          </ac:spMkLst>
        </pc:spChg>
        <pc:spChg chg="mod">
          <ac:chgData name="Bollan Zhang" userId="23c4fe0f-c2f3-4f83-bb70-6c6cab73c5be" providerId="ADAL" clId="{327516EC-8C24-4943-86BA-6EBE4AB9787B}" dt="2026-08-04T07:48:28.119" v="577" actId="20577"/>
          <ac:spMkLst>
            <pc:docMk/>
            <pc:sldMk cId="154033235" sldId="447"/>
            <ac:spMk id="10" creationId="{26EA0CB4-0973-714E-9E99-A4C4CDAF0F0E}"/>
          </ac:spMkLst>
        </pc:spChg>
        <pc:picChg chg="add mod">
          <ac:chgData name="Bollan Zhang" userId="23c4fe0f-c2f3-4f83-bb70-6c6cab73c5be" providerId="ADAL" clId="{327516EC-8C24-4943-86BA-6EBE4AB9787B}" dt="2026-08-04T05:20:51.011" v="62"/>
          <ac:picMkLst>
            <pc:docMk/>
            <pc:sldMk cId="154033235" sldId="447"/>
            <ac:picMk id="4" creationId="{AEBB248D-EF7E-D535-2E74-A4119E614E91}"/>
          </ac:picMkLst>
        </pc:picChg>
        <pc:picChg chg="mod">
          <ac:chgData name="Bollan Zhang" userId="23c4fe0f-c2f3-4f83-bb70-6c6cab73c5be" providerId="ADAL" clId="{327516EC-8C24-4943-86BA-6EBE4AB9787B}" dt="2026-08-04T07:49:07.834" v="582" actId="1076"/>
          <ac:picMkLst>
            <pc:docMk/>
            <pc:sldMk cId="154033235" sldId="447"/>
            <ac:picMk id="5" creationId="{59B8C2EB-24DC-7877-F260-80033DDA1369}"/>
          </ac:picMkLst>
        </pc:picChg>
        <pc:picChg chg="add mod">
          <ac:chgData name="Bollan Zhang" userId="23c4fe0f-c2f3-4f83-bb70-6c6cab73c5be" providerId="ADAL" clId="{327516EC-8C24-4943-86BA-6EBE4AB9787B}" dt="2026-08-04T07:49:01.080" v="581" actId="14100"/>
          <ac:picMkLst>
            <pc:docMk/>
            <pc:sldMk cId="154033235" sldId="447"/>
            <ac:picMk id="9" creationId="{35AC3BF3-C463-CFA8-0731-CAAB6D3A4540}"/>
          </ac:picMkLst>
        </pc:picChg>
      </pc:sldChg>
      <pc:sldChg chg="addSp delSp modSp mod">
        <pc:chgData name="Bollan Zhang" userId="23c4fe0f-c2f3-4f83-bb70-6c6cab73c5be" providerId="ADAL" clId="{327516EC-8C24-4943-86BA-6EBE4AB9787B}" dt="2026-08-04T09:28:52.008" v="1018" actId="478"/>
        <pc:sldMkLst>
          <pc:docMk/>
          <pc:sldMk cId="1558930901" sldId="448"/>
        </pc:sldMkLst>
        <pc:spChg chg="mod">
          <ac:chgData name="Bollan Zhang" userId="23c4fe0f-c2f3-4f83-bb70-6c6cab73c5be" providerId="ADAL" clId="{327516EC-8C24-4943-86BA-6EBE4AB9787B}" dt="2026-08-04T08:26:26.546" v="754" actId="1076"/>
          <ac:spMkLst>
            <pc:docMk/>
            <pc:sldMk cId="1558930901" sldId="448"/>
            <ac:spMk id="6" creationId="{173A9B08-195D-F586-A2BD-50FB6FBF09D2}"/>
          </ac:spMkLst>
        </pc:spChg>
        <pc:spChg chg="mod">
          <ac:chgData name="Bollan Zhang" userId="23c4fe0f-c2f3-4f83-bb70-6c6cab73c5be" providerId="ADAL" clId="{327516EC-8C24-4943-86BA-6EBE4AB9787B}" dt="2026-08-04T08:03:36.344" v="599" actId="20577"/>
          <ac:spMkLst>
            <pc:docMk/>
            <pc:sldMk cId="1558930901" sldId="448"/>
            <ac:spMk id="8" creationId="{AADA6190-6017-1BF1-350E-44411F45065E}"/>
          </ac:spMkLst>
        </pc:spChg>
        <pc:spChg chg="add mod">
          <ac:chgData name="Bollan Zhang" userId="23c4fe0f-c2f3-4f83-bb70-6c6cab73c5be" providerId="ADAL" clId="{327516EC-8C24-4943-86BA-6EBE4AB9787B}" dt="2026-08-04T08:11:32.919" v="636" actId="113"/>
          <ac:spMkLst>
            <pc:docMk/>
            <pc:sldMk cId="1558930901" sldId="448"/>
            <ac:spMk id="16" creationId="{BDC7E4DB-A18D-AFA4-2314-30363277206B}"/>
          </ac:spMkLst>
        </pc:spChg>
        <pc:spChg chg="add mod">
          <ac:chgData name="Bollan Zhang" userId="23c4fe0f-c2f3-4f83-bb70-6c6cab73c5be" providerId="ADAL" clId="{327516EC-8C24-4943-86BA-6EBE4AB9787B}" dt="2026-08-04T08:14:24.341" v="653" actId="13926"/>
          <ac:spMkLst>
            <pc:docMk/>
            <pc:sldMk cId="1558930901" sldId="448"/>
            <ac:spMk id="20" creationId="{621747BF-1E19-550F-E134-C547DA78A166}"/>
          </ac:spMkLst>
        </pc:spChg>
        <pc:spChg chg="add mod">
          <ac:chgData name="Bollan Zhang" userId="23c4fe0f-c2f3-4f83-bb70-6c6cab73c5be" providerId="ADAL" clId="{327516EC-8C24-4943-86BA-6EBE4AB9787B}" dt="2026-08-04T08:19:46.912" v="692" actId="1076"/>
          <ac:spMkLst>
            <pc:docMk/>
            <pc:sldMk cId="1558930901" sldId="448"/>
            <ac:spMk id="24" creationId="{82048270-B34E-FE54-E87E-53C6ECE4EB51}"/>
          </ac:spMkLst>
        </pc:spChg>
        <pc:picChg chg="add mod">
          <ac:chgData name="Bollan Zhang" userId="23c4fe0f-c2f3-4f83-bb70-6c6cab73c5be" providerId="ADAL" clId="{327516EC-8C24-4943-86BA-6EBE4AB9787B}" dt="2026-08-04T05:20:55.116" v="64"/>
          <ac:picMkLst>
            <pc:docMk/>
            <pc:sldMk cId="1558930901" sldId="448"/>
            <ac:picMk id="2" creationId="{DF78D63B-F59D-3E98-5174-83ECF189CC5A}"/>
          </ac:picMkLst>
        </pc:picChg>
        <pc:picChg chg="add mod">
          <ac:chgData name="Bollan Zhang" userId="23c4fe0f-c2f3-4f83-bb70-6c6cab73c5be" providerId="ADAL" clId="{327516EC-8C24-4943-86BA-6EBE4AB9787B}" dt="2026-08-04T08:20:02.220" v="693" actId="1076"/>
          <ac:picMkLst>
            <pc:docMk/>
            <pc:sldMk cId="1558930901" sldId="448"/>
            <ac:picMk id="9" creationId="{2F4A2F15-7F04-8D15-E472-DF491CF5EC88}"/>
          </ac:picMkLst>
        </pc:picChg>
        <pc:picChg chg="add mod">
          <ac:chgData name="Bollan Zhang" userId="23c4fe0f-c2f3-4f83-bb70-6c6cab73c5be" providerId="ADAL" clId="{327516EC-8C24-4943-86BA-6EBE4AB9787B}" dt="2026-08-04T08:20:08.534" v="694" actId="1076"/>
          <ac:picMkLst>
            <pc:docMk/>
            <pc:sldMk cId="1558930901" sldId="448"/>
            <ac:picMk id="18" creationId="{AC1B1416-0549-6ED4-FE08-A226168B0E44}"/>
          </ac:picMkLst>
        </pc:picChg>
        <pc:picChg chg="add mod">
          <ac:chgData name="Bollan Zhang" userId="23c4fe0f-c2f3-4f83-bb70-6c6cab73c5be" providerId="ADAL" clId="{327516EC-8C24-4943-86BA-6EBE4AB9787B}" dt="2026-08-04T08:20:23.763" v="695" actId="1076"/>
          <ac:picMkLst>
            <pc:docMk/>
            <pc:sldMk cId="1558930901" sldId="448"/>
            <ac:picMk id="22" creationId="{7F7BC88E-9ECC-BF1A-2008-1AE1DAA337FA}"/>
          </ac:picMkLst>
        </pc:picChg>
      </pc:sldChg>
      <pc:sldChg chg="addSp delSp modSp mod">
        <pc:chgData name="Bollan Zhang" userId="23c4fe0f-c2f3-4f83-bb70-6c6cab73c5be" providerId="ADAL" clId="{327516EC-8C24-4943-86BA-6EBE4AB9787B}" dt="2026-08-04T07:03:53.780" v="367" actId="1076"/>
        <pc:sldMkLst>
          <pc:docMk/>
          <pc:sldMk cId="2120144419" sldId="449"/>
        </pc:sldMkLst>
        <pc:spChg chg="mod">
          <ac:chgData name="Bollan Zhang" userId="23c4fe0f-c2f3-4f83-bb70-6c6cab73c5be" providerId="ADAL" clId="{327516EC-8C24-4943-86BA-6EBE4AB9787B}" dt="2026-08-04T07:00:23.552" v="354"/>
          <ac:spMkLst>
            <pc:docMk/>
            <pc:sldMk cId="2120144419" sldId="449"/>
            <ac:spMk id="6" creationId="{81E5D51C-7EA2-A6D8-6968-D209C6C83DB3}"/>
          </ac:spMkLst>
        </pc:spChg>
        <pc:spChg chg="mod">
          <ac:chgData name="Bollan Zhang" userId="23c4fe0f-c2f3-4f83-bb70-6c6cab73c5be" providerId="ADAL" clId="{327516EC-8C24-4943-86BA-6EBE4AB9787B}" dt="2026-08-04T06:38:01.993" v="289" actId="20577"/>
          <ac:spMkLst>
            <pc:docMk/>
            <pc:sldMk cId="2120144419" sldId="449"/>
            <ac:spMk id="8" creationId="{44BE5A41-43FE-EEF6-119C-894F15E71E62}"/>
          </ac:spMkLst>
        </pc:spChg>
        <pc:spChg chg="add mod">
          <ac:chgData name="Bollan Zhang" userId="23c4fe0f-c2f3-4f83-bb70-6c6cab73c5be" providerId="ADAL" clId="{327516EC-8C24-4943-86BA-6EBE4AB9787B}" dt="2026-08-04T07:01:42.600" v="358" actId="1076"/>
          <ac:spMkLst>
            <pc:docMk/>
            <pc:sldMk cId="2120144419" sldId="449"/>
            <ac:spMk id="22" creationId="{6ECBBA5F-6942-8A4E-DD77-5544C7CF5A3E}"/>
          </ac:spMkLst>
        </pc:spChg>
        <pc:spChg chg="add mod">
          <ac:chgData name="Bollan Zhang" userId="23c4fe0f-c2f3-4f83-bb70-6c6cab73c5be" providerId="ADAL" clId="{327516EC-8C24-4943-86BA-6EBE4AB9787B}" dt="2026-08-04T07:03:53.780" v="367" actId="1076"/>
          <ac:spMkLst>
            <pc:docMk/>
            <pc:sldMk cId="2120144419" sldId="449"/>
            <ac:spMk id="23" creationId="{C26C13C4-A250-7B7B-9913-BFAECB3F2571}"/>
          </ac:spMkLst>
        </pc:spChg>
        <pc:picChg chg="add mod">
          <ac:chgData name="Bollan Zhang" userId="23c4fe0f-c2f3-4f83-bb70-6c6cab73c5be" providerId="ADAL" clId="{327516EC-8C24-4943-86BA-6EBE4AB9787B}" dt="2026-08-04T05:20:46.389" v="60"/>
          <ac:picMkLst>
            <pc:docMk/>
            <pc:sldMk cId="2120144419" sldId="449"/>
            <ac:picMk id="2" creationId="{65763B3E-E327-8AD1-26FE-F1B58C7CDED9}"/>
          </ac:picMkLst>
        </pc:picChg>
        <pc:picChg chg="add mod">
          <ac:chgData name="Bollan Zhang" userId="23c4fe0f-c2f3-4f83-bb70-6c6cab73c5be" providerId="ADAL" clId="{327516EC-8C24-4943-86BA-6EBE4AB9787B}" dt="2026-08-04T06:42:46.271" v="336" actId="14100"/>
          <ac:picMkLst>
            <pc:docMk/>
            <pc:sldMk cId="2120144419" sldId="449"/>
            <ac:picMk id="15" creationId="{7853AB8E-F081-13FC-57E9-4D58A2CE595F}"/>
          </ac:picMkLst>
        </pc:picChg>
        <pc:picChg chg="add mod">
          <ac:chgData name="Bollan Zhang" userId="23c4fe0f-c2f3-4f83-bb70-6c6cab73c5be" providerId="ADAL" clId="{327516EC-8C24-4943-86BA-6EBE4AB9787B}" dt="2026-08-04T06:49:28.028" v="341" actId="1076"/>
          <ac:picMkLst>
            <pc:docMk/>
            <pc:sldMk cId="2120144419" sldId="449"/>
            <ac:picMk id="17" creationId="{F8FA02D6-9A4A-A18C-9A60-1535658830DA}"/>
          </ac:picMkLst>
        </pc:picChg>
      </pc:sldChg>
      <pc:sldChg chg="addSp delSp modSp mod">
        <pc:chgData name="Bollan Zhang" userId="23c4fe0f-c2f3-4f83-bb70-6c6cab73c5be" providerId="ADAL" clId="{327516EC-8C24-4943-86BA-6EBE4AB9787B}" dt="2026-08-04T09:28:57.391" v="1019" actId="478"/>
        <pc:sldMkLst>
          <pc:docMk/>
          <pc:sldMk cId="2189992089" sldId="450"/>
        </pc:sldMkLst>
        <pc:spChg chg="mod">
          <ac:chgData name="Bollan Zhang" userId="23c4fe0f-c2f3-4f83-bb70-6c6cab73c5be" providerId="ADAL" clId="{327516EC-8C24-4943-86BA-6EBE4AB9787B}" dt="2026-08-04T09:07:05.917" v="776" actId="20577"/>
          <ac:spMkLst>
            <pc:docMk/>
            <pc:sldMk cId="2189992089" sldId="450"/>
            <ac:spMk id="8" creationId="{9C478587-FB80-4357-F024-E72FD16E3E75}"/>
          </ac:spMkLst>
        </pc:spChg>
        <pc:spChg chg="add mod">
          <ac:chgData name="Bollan Zhang" userId="23c4fe0f-c2f3-4f83-bb70-6c6cab73c5be" providerId="ADAL" clId="{327516EC-8C24-4943-86BA-6EBE4AB9787B}" dt="2026-08-04T09:27:26.230" v="1014" actId="14100"/>
          <ac:spMkLst>
            <pc:docMk/>
            <pc:sldMk cId="2189992089" sldId="450"/>
            <ac:spMk id="14" creationId="{82A8E334-9F53-B4D2-7FC5-F2D9D96CDECB}"/>
          </ac:spMkLst>
        </pc:spChg>
        <pc:spChg chg="mod">
          <ac:chgData name="Bollan Zhang" userId="23c4fe0f-c2f3-4f83-bb70-6c6cab73c5be" providerId="ADAL" clId="{327516EC-8C24-4943-86BA-6EBE4AB9787B}" dt="2026-08-04T09:13:41.572" v="788" actId="1076"/>
          <ac:spMkLst>
            <pc:docMk/>
            <pc:sldMk cId="2189992089" sldId="450"/>
            <ac:spMk id="16" creationId="{0C7D9CE0-765B-A2FE-D9EC-8B016686E238}"/>
          </ac:spMkLst>
        </pc:spChg>
        <pc:spChg chg="mod">
          <ac:chgData name="Bollan Zhang" userId="23c4fe0f-c2f3-4f83-bb70-6c6cab73c5be" providerId="ADAL" clId="{327516EC-8C24-4943-86BA-6EBE4AB9787B}" dt="2026-08-04T09:21:27.496" v="957" actId="13926"/>
          <ac:spMkLst>
            <pc:docMk/>
            <pc:sldMk cId="2189992089" sldId="450"/>
            <ac:spMk id="20" creationId="{FD3FCA02-066F-5012-D9D0-B99BFDE992F3}"/>
          </ac:spMkLst>
        </pc:spChg>
        <pc:spChg chg="mod">
          <ac:chgData name="Bollan Zhang" userId="23c4fe0f-c2f3-4f83-bb70-6c6cab73c5be" providerId="ADAL" clId="{327516EC-8C24-4943-86BA-6EBE4AB9787B}" dt="2026-08-04T09:22:49.464" v="966" actId="207"/>
          <ac:spMkLst>
            <pc:docMk/>
            <pc:sldMk cId="2189992089" sldId="450"/>
            <ac:spMk id="26" creationId="{FCAD15E5-CFC2-D72B-88D8-C3B98ABCD46D}"/>
          </ac:spMkLst>
        </pc:spChg>
        <pc:spChg chg="mod">
          <ac:chgData name="Bollan Zhang" userId="23c4fe0f-c2f3-4f83-bb70-6c6cab73c5be" providerId="ADAL" clId="{327516EC-8C24-4943-86BA-6EBE4AB9787B}" dt="2026-08-04T09:25:13.783" v="978" actId="1076"/>
          <ac:spMkLst>
            <pc:docMk/>
            <pc:sldMk cId="2189992089" sldId="450"/>
            <ac:spMk id="28" creationId="{03A1392D-3E89-DCF4-F3D4-35322EFAAA2B}"/>
          </ac:spMkLst>
        </pc:spChg>
        <pc:picChg chg="add mod">
          <ac:chgData name="Bollan Zhang" userId="23c4fe0f-c2f3-4f83-bb70-6c6cab73c5be" providerId="ADAL" clId="{327516EC-8C24-4943-86BA-6EBE4AB9787B}" dt="2026-08-04T05:20:58.679" v="66"/>
          <ac:picMkLst>
            <pc:docMk/>
            <pc:sldMk cId="2189992089" sldId="450"/>
            <ac:picMk id="2" creationId="{E9AA261B-AB46-D64C-27CE-CD0A87256CFE}"/>
          </ac:picMkLst>
        </pc:picChg>
        <pc:picChg chg="add mod">
          <ac:chgData name="Bollan Zhang" userId="23c4fe0f-c2f3-4f83-bb70-6c6cab73c5be" providerId="ADAL" clId="{327516EC-8C24-4943-86BA-6EBE4AB9787B}" dt="2026-08-04T09:14:23.911" v="790" actId="1076"/>
          <ac:picMkLst>
            <pc:docMk/>
            <pc:sldMk cId="2189992089" sldId="450"/>
            <ac:picMk id="4" creationId="{C147EE8F-EDBE-4475-4797-1071A504D5D5}"/>
          </ac:picMkLst>
        </pc:picChg>
        <pc:picChg chg="add mod">
          <ac:chgData name="Bollan Zhang" userId="23c4fe0f-c2f3-4f83-bb70-6c6cab73c5be" providerId="ADAL" clId="{327516EC-8C24-4943-86BA-6EBE4AB9787B}" dt="2026-08-04T09:22:07.025" v="962" actId="1076"/>
          <ac:picMkLst>
            <pc:docMk/>
            <pc:sldMk cId="2189992089" sldId="450"/>
            <ac:picMk id="7" creationId="{BD9877AE-EE7F-7C43-4526-1407A98CDC8D}"/>
          </ac:picMkLst>
        </pc:picChg>
        <pc:picChg chg="add mod">
          <ac:chgData name="Bollan Zhang" userId="23c4fe0f-c2f3-4f83-bb70-6c6cab73c5be" providerId="ADAL" clId="{327516EC-8C24-4943-86BA-6EBE4AB9787B}" dt="2026-08-04T09:25:17.591" v="979" actId="1076"/>
          <ac:picMkLst>
            <pc:docMk/>
            <pc:sldMk cId="2189992089" sldId="450"/>
            <ac:picMk id="10" creationId="{45B358E0-E395-D27D-348E-43F1D0A4F0AD}"/>
          </ac:picMkLst>
        </pc:picChg>
        <pc:picChg chg="mod">
          <ac:chgData name="Bollan Zhang" userId="23c4fe0f-c2f3-4f83-bb70-6c6cab73c5be" providerId="ADAL" clId="{327516EC-8C24-4943-86BA-6EBE4AB9787B}" dt="2026-08-04T09:13:50.335" v="789" actId="1076"/>
          <ac:picMkLst>
            <pc:docMk/>
            <pc:sldMk cId="2189992089" sldId="450"/>
            <ac:picMk id="18" creationId="{D2262784-C57C-7CC7-B0CE-2D92BA3B9D6F}"/>
          </ac:picMkLst>
        </pc:picChg>
      </pc:sldChg>
      <pc:sldChg chg="addSp delSp modSp mod">
        <pc:chgData name="Bollan Zhang" userId="23c4fe0f-c2f3-4f83-bb70-6c6cab73c5be" providerId="ADAL" clId="{327516EC-8C24-4943-86BA-6EBE4AB9787B}" dt="2026-08-04T10:07:55.667" v="1158" actId="1076"/>
        <pc:sldMkLst>
          <pc:docMk/>
          <pc:sldMk cId="987188538" sldId="451"/>
        </pc:sldMkLst>
        <pc:spChg chg="mod">
          <ac:chgData name="Bollan Zhang" userId="23c4fe0f-c2f3-4f83-bb70-6c6cab73c5be" providerId="ADAL" clId="{327516EC-8C24-4943-86BA-6EBE4AB9787B}" dt="2026-08-04T09:52:26.921" v="1028" actId="20577"/>
          <ac:spMkLst>
            <pc:docMk/>
            <pc:sldMk cId="987188538" sldId="451"/>
            <ac:spMk id="8" creationId="{987F8F44-0727-E394-97B2-75AE953F4333}"/>
          </ac:spMkLst>
        </pc:spChg>
        <pc:spChg chg="mod">
          <ac:chgData name="Bollan Zhang" userId="23c4fe0f-c2f3-4f83-bb70-6c6cab73c5be" providerId="ADAL" clId="{327516EC-8C24-4943-86BA-6EBE4AB9787B}" dt="2026-08-04T10:07:11.452" v="1152" actId="1076"/>
          <ac:spMkLst>
            <pc:docMk/>
            <pc:sldMk cId="987188538" sldId="451"/>
            <ac:spMk id="16" creationId="{76B3D659-543A-9FA0-5009-09B407561C3B}"/>
          </ac:spMkLst>
        </pc:spChg>
        <pc:spChg chg="mod">
          <ac:chgData name="Bollan Zhang" userId="23c4fe0f-c2f3-4f83-bb70-6c6cab73c5be" providerId="ADAL" clId="{327516EC-8C24-4943-86BA-6EBE4AB9787B}" dt="2026-08-04T10:07:17.715" v="1153" actId="1076"/>
          <ac:spMkLst>
            <pc:docMk/>
            <pc:sldMk cId="987188538" sldId="451"/>
            <ac:spMk id="20" creationId="{8D01EF46-1981-1E30-AC65-2AE6E7FF5911}"/>
          </ac:spMkLst>
        </pc:spChg>
        <pc:spChg chg="mod">
          <ac:chgData name="Bollan Zhang" userId="23c4fe0f-c2f3-4f83-bb70-6c6cab73c5be" providerId="ADAL" clId="{327516EC-8C24-4943-86BA-6EBE4AB9787B}" dt="2026-08-04T10:07:47.836" v="1156" actId="1076"/>
          <ac:spMkLst>
            <pc:docMk/>
            <pc:sldMk cId="987188538" sldId="451"/>
            <ac:spMk id="26" creationId="{6D4DB9E0-541B-2EDD-FAC4-0A6AC9A9DB72}"/>
          </ac:spMkLst>
        </pc:spChg>
        <pc:picChg chg="add mod">
          <ac:chgData name="Bollan Zhang" userId="23c4fe0f-c2f3-4f83-bb70-6c6cab73c5be" providerId="ADAL" clId="{327516EC-8C24-4943-86BA-6EBE4AB9787B}" dt="2026-08-04T05:21:03.981" v="68"/>
          <ac:picMkLst>
            <pc:docMk/>
            <pc:sldMk cId="987188538" sldId="451"/>
            <ac:picMk id="2" creationId="{13253621-2C82-93A8-A1B0-DC1D88FF5E62}"/>
          </ac:picMkLst>
        </pc:picChg>
        <pc:picChg chg="add mod">
          <ac:chgData name="Bollan Zhang" userId="23c4fe0f-c2f3-4f83-bb70-6c6cab73c5be" providerId="ADAL" clId="{327516EC-8C24-4943-86BA-6EBE4AB9787B}" dt="2026-08-04T10:06:58.276" v="1151" actId="1076"/>
          <ac:picMkLst>
            <pc:docMk/>
            <pc:sldMk cId="987188538" sldId="451"/>
            <ac:picMk id="9" creationId="{2938A79B-E716-A7E8-EF5A-9C91F3C1CCFB}"/>
          </ac:picMkLst>
        </pc:picChg>
        <pc:picChg chg="add mod">
          <ac:chgData name="Bollan Zhang" userId="23c4fe0f-c2f3-4f83-bb70-6c6cab73c5be" providerId="ADAL" clId="{327516EC-8C24-4943-86BA-6EBE4AB9787B}" dt="2026-08-04T10:07:22.485" v="1154" actId="1076"/>
          <ac:picMkLst>
            <pc:docMk/>
            <pc:sldMk cId="987188538" sldId="451"/>
            <ac:picMk id="13" creationId="{025B917A-43E8-6FDC-89ED-F26B9282A21C}"/>
          </ac:picMkLst>
        </pc:picChg>
        <pc:picChg chg="add mod">
          <ac:chgData name="Bollan Zhang" userId="23c4fe0f-c2f3-4f83-bb70-6c6cab73c5be" providerId="ADAL" clId="{327516EC-8C24-4943-86BA-6EBE4AB9787B}" dt="2026-08-04T10:07:55.667" v="1158" actId="1076"/>
          <ac:picMkLst>
            <pc:docMk/>
            <pc:sldMk cId="987188538" sldId="451"/>
            <ac:picMk id="15" creationId="{E247880E-9117-89D3-96F9-C467474D5EDE}"/>
          </ac:picMkLst>
        </pc:picChg>
      </pc:sldChg>
      <pc:sldChg chg="addSp delSp modSp mod">
        <pc:chgData name="Bollan Zhang" userId="23c4fe0f-c2f3-4f83-bb70-6c6cab73c5be" providerId="ADAL" clId="{327516EC-8C24-4943-86BA-6EBE4AB9787B}" dt="2026-08-06T04:13:15.628" v="1881" actId="478"/>
        <pc:sldMkLst>
          <pc:docMk/>
          <pc:sldMk cId="241344229" sldId="452"/>
        </pc:sldMkLst>
        <pc:spChg chg="del">
          <ac:chgData name="Bollan Zhang" userId="23c4fe0f-c2f3-4f83-bb70-6c6cab73c5be" providerId="ADAL" clId="{327516EC-8C24-4943-86BA-6EBE4AB9787B}" dt="2026-08-06T04:13:15.628" v="1881" actId="478"/>
          <ac:spMkLst>
            <pc:docMk/>
            <pc:sldMk cId="241344229" sldId="452"/>
            <ac:spMk id="3" creationId="{B23BA586-5775-CBD0-E3E5-F2ADA2349B84}"/>
          </ac:spMkLst>
        </pc:spChg>
        <pc:spChg chg="mod">
          <ac:chgData name="Bollan Zhang" userId="23c4fe0f-c2f3-4f83-bb70-6c6cab73c5be" providerId="ADAL" clId="{327516EC-8C24-4943-86BA-6EBE4AB9787B}" dt="2026-08-06T03:34:33.783" v="1344" actId="113"/>
          <ac:spMkLst>
            <pc:docMk/>
            <pc:sldMk cId="241344229" sldId="452"/>
            <ac:spMk id="4" creationId="{EFBEDF7C-6DFA-E177-7FD5-8B4BC70663E0}"/>
          </ac:spMkLst>
        </pc:spChg>
        <pc:spChg chg="mod">
          <ac:chgData name="Bollan Zhang" userId="23c4fe0f-c2f3-4f83-bb70-6c6cab73c5be" providerId="ADAL" clId="{327516EC-8C24-4943-86BA-6EBE4AB9787B}" dt="2026-08-06T03:31:41.539" v="1326" actId="20577"/>
          <ac:spMkLst>
            <pc:docMk/>
            <pc:sldMk cId="241344229" sldId="452"/>
            <ac:spMk id="6" creationId="{BFB115A4-C570-F657-8B17-1179EC313C08}"/>
          </ac:spMkLst>
        </pc:spChg>
        <pc:picChg chg="add mod">
          <ac:chgData name="Bollan Zhang" userId="23c4fe0f-c2f3-4f83-bb70-6c6cab73c5be" providerId="ADAL" clId="{327516EC-8C24-4943-86BA-6EBE4AB9787B}" dt="2026-08-04T05:21:19.871" v="72"/>
          <ac:picMkLst>
            <pc:docMk/>
            <pc:sldMk cId="241344229" sldId="452"/>
            <ac:picMk id="2" creationId="{80AE19C4-DD26-7C1B-40AE-49B22E719599}"/>
          </ac:picMkLst>
        </pc:picChg>
        <pc:picChg chg="del">
          <ac:chgData name="Bollan Zhang" userId="23c4fe0f-c2f3-4f83-bb70-6c6cab73c5be" providerId="ADAL" clId="{327516EC-8C24-4943-86BA-6EBE4AB9787B}" dt="2026-08-06T03:34:39.510" v="1345" actId="478"/>
          <ac:picMkLst>
            <pc:docMk/>
            <pc:sldMk cId="241344229" sldId="452"/>
            <ac:picMk id="5" creationId="{6E5ACA23-EE87-6004-B756-A333982EA01B}"/>
          </ac:picMkLst>
        </pc:picChg>
        <pc:picChg chg="add mod">
          <ac:chgData name="Bollan Zhang" userId="23c4fe0f-c2f3-4f83-bb70-6c6cab73c5be" providerId="ADAL" clId="{327516EC-8C24-4943-86BA-6EBE4AB9787B}" dt="2026-08-06T03:35:54.538" v="1351" actId="1076"/>
          <ac:picMkLst>
            <pc:docMk/>
            <pc:sldMk cId="241344229" sldId="452"/>
            <ac:picMk id="8" creationId="{B3131433-265B-E01F-C565-1993A7A85F69}"/>
          </ac:picMkLst>
        </pc:picChg>
      </pc:sldChg>
      <pc:sldChg chg="new del">
        <pc:chgData name="Bollan Zhang" userId="23c4fe0f-c2f3-4f83-bb70-6c6cab73c5be" providerId="ADAL" clId="{327516EC-8C24-4943-86BA-6EBE4AB9787B}" dt="2026-08-06T04:10:47.725" v="1834" actId="2696"/>
        <pc:sldMkLst>
          <pc:docMk/>
          <pc:sldMk cId="1659449320" sldId="453"/>
        </pc:sldMkLst>
      </pc:sldChg>
      <pc:sldChg chg="new add del">
        <pc:chgData name="Bollan Zhang" userId="23c4fe0f-c2f3-4f83-bb70-6c6cab73c5be" providerId="ADAL" clId="{327516EC-8C24-4943-86BA-6EBE4AB9787B}" dt="2026-08-06T04:38:33.621" v="2095" actId="2696"/>
        <pc:sldMkLst>
          <pc:docMk/>
          <pc:sldMk cId="2752437417" sldId="45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A1C5EAE-92A7-F040-B552-C46BBB9DF215}" type="datetimeFigureOut">
              <a:rPr lang="en-US" smtClean="0"/>
              <a:t>8/6/2026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C4EAC7-9038-BD48-A869-5A98B15C85C6}" type="slidenum">
              <a:rPr lang="en-US" smtClean="0"/>
              <a:t>‹#›</a:t>
            </a:fld>
            <a:endParaRPr lang="en-US"/>
          </a:p>
        </p:txBody>
      </p:sp>
    </p:spTree>
    <p:extLst>
      <p:ext uri="{BB962C8B-B14F-4D97-AF65-F5344CB8AC3E}">
        <p14:creationId xmlns:p14="http://schemas.microsoft.com/office/powerpoint/2010/main" val="19708414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EC6CAD-8F73-AE41-80DE-A8D9501BBE58}" type="datetimeFigureOut">
              <a:rPr lang="en-US" smtClean="0"/>
              <a:t>8/6/2026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9E7EF6-A4BD-B34A-9A87-85A16A362E3B}" type="slidenum">
              <a:rPr lang="en-US" smtClean="0"/>
              <a:t>‹#›</a:t>
            </a:fld>
            <a:endParaRPr lang="en-US"/>
          </a:p>
        </p:txBody>
      </p:sp>
    </p:spTree>
    <p:extLst>
      <p:ext uri="{BB962C8B-B14F-4D97-AF65-F5344CB8AC3E}">
        <p14:creationId xmlns:p14="http://schemas.microsoft.com/office/powerpoint/2010/main" val="317798003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Opt 1">
    <p:spTree>
      <p:nvGrpSpPr>
        <p:cNvPr id="1" name=""/>
        <p:cNvGrpSpPr/>
        <p:nvPr/>
      </p:nvGrpSpPr>
      <p:grpSpPr>
        <a:xfrm>
          <a:off x="0" y="0"/>
          <a:ext cx="0" cy="0"/>
          <a:chOff x="0" y="0"/>
          <a:chExt cx="0" cy="0"/>
        </a:xfrm>
      </p:grpSpPr>
      <p:pic>
        <p:nvPicPr>
          <p:cNvPr id="10" name="Picture Placeholder 10">
            <a:extLst>
              <a:ext uri="{FF2B5EF4-FFF2-40B4-BE49-F238E27FC236}">
                <a16:creationId xmlns:a16="http://schemas.microsoft.com/office/drawing/2014/main" id="{455FF119-2A9F-5E4D-A397-77F36E083FA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12226" b="12226"/>
          <a:stretch/>
        </p:blipFill>
        <p:spPr>
          <a:xfrm>
            <a:off x="0" y="5040705"/>
            <a:ext cx="24390350" cy="8729583"/>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6" name="TextBox 15"/>
          <p:cNvSpPr txBox="1"/>
          <p:nvPr userDrawn="1"/>
        </p:nvSpPr>
        <p:spPr>
          <a:xfrm>
            <a:off x="21120992" y="13010618"/>
            <a:ext cx="2581156" cy="400110"/>
          </a:xfrm>
          <a:prstGeom prst="rect">
            <a:avLst/>
          </a:prstGeom>
          <a:noFill/>
        </p:spPr>
        <p:txBody>
          <a:bodyPr wrap="none" rtlCol="0">
            <a:spAutoFit/>
          </a:bodyPr>
          <a:lstStyle/>
          <a:p>
            <a:pPr algn="ctr"/>
            <a:r>
              <a:rPr lang="en-US" sz="2000" b="1" dirty="0">
                <a:solidFill>
                  <a:schemeClr val="bg1"/>
                </a:solidFill>
                <a:effectLst>
                  <a:outerShdw blurRad="552450" dir="2700000" sx="20000" sy="20000" algn="tl" rotWithShape="0">
                    <a:srgbClr val="000000"/>
                  </a:outerShdw>
                </a:effectLst>
                <a:latin typeface="Arial"/>
                <a:cs typeface="Arial"/>
              </a:rPr>
              <a:t>© 2020 PerkinElmer</a:t>
            </a:r>
          </a:p>
        </p:txBody>
      </p:sp>
    </p:spTree>
    <p:extLst>
      <p:ext uri="{BB962C8B-B14F-4D97-AF65-F5344CB8AC3E}">
        <p14:creationId xmlns:p14="http://schemas.microsoft.com/office/powerpoint/2010/main" val="165024584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Opt 2">
    <p:spTree>
      <p:nvGrpSpPr>
        <p:cNvPr id="1" name=""/>
        <p:cNvGrpSpPr/>
        <p:nvPr/>
      </p:nvGrpSpPr>
      <p:grpSpPr>
        <a:xfrm>
          <a:off x="0" y="0"/>
          <a:ext cx="0" cy="0"/>
          <a:chOff x="0" y="0"/>
          <a:chExt cx="0" cy="0"/>
        </a:xfrm>
      </p:grpSpPr>
      <p:pic>
        <p:nvPicPr>
          <p:cNvPr id="16" name="Picture Placeholder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040706"/>
            <a:ext cx="24384000" cy="8729583"/>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2" name="TextBox 11"/>
          <p:cNvSpPr txBox="1"/>
          <p:nvPr userDrawn="1"/>
        </p:nvSpPr>
        <p:spPr>
          <a:xfrm>
            <a:off x="21120992" y="13010618"/>
            <a:ext cx="2581156" cy="400110"/>
          </a:xfrm>
          <a:prstGeom prst="rect">
            <a:avLst/>
          </a:prstGeom>
          <a:noFill/>
        </p:spPr>
        <p:txBody>
          <a:bodyPr wrap="none" rtlCol="0">
            <a:spAutoFit/>
          </a:bodyPr>
          <a:lstStyle/>
          <a:p>
            <a:pPr algn="ctr"/>
            <a:r>
              <a:rPr lang="en-US" sz="2000" b="1" dirty="0">
                <a:solidFill>
                  <a:schemeClr val="bg1"/>
                </a:solidFill>
                <a:effectLst>
                  <a:outerShdw blurRad="552450" dir="2700000" sx="20000" sy="20000" algn="tl" rotWithShape="0">
                    <a:srgbClr val="000000"/>
                  </a:outerShdw>
                </a:effectLst>
                <a:latin typeface="Arial"/>
                <a:cs typeface="Arial"/>
              </a:rPr>
              <a:t>© 2020 PerkinElmer</a:t>
            </a:r>
          </a:p>
        </p:txBody>
      </p:sp>
    </p:spTree>
    <p:extLst>
      <p:ext uri="{BB962C8B-B14F-4D97-AF65-F5344CB8AC3E}">
        <p14:creationId xmlns:p14="http://schemas.microsoft.com/office/powerpoint/2010/main" val="338857129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Opt 3">
    <p:spTree>
      <p:nvGrpSpPr>
        <p:cNvPr id="1" name=""/>
        <p:cNvGrpSpPr/>
        <p:nvPr/>
      </p:nvGrpSpPr>
      <p:grpSpPr>
        <a:xfrm>
          <a:off x="0" y="0"/>
          <a:ext cx="0" cy="0"/>
          <a:chOff x="0" y="0"/>
          <a:chExt cx="0" cy="0"/>
        </a:xfrm>
      </p:grpSpPr>
      <p:pic>
        <p:nvPicPr>
          <p:cNvPr id="16" name="Picture Placeholder 13" descr="Globe Water.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5040706"/>
            <a:ext cx="24384000" cy="8729583"/>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2" name="TextBox 11"/>
          <p:cNvSpPr txBox="1"/>
          <p:nvPr userDrawn="1"/>
        </p:nvSpPr>
        <p:spPr>
          <a:xfrm>
            <a:off x="21120992" y="13010618"/>
            <a:ext cx="2581156" cy="400110"/>
          </a:xfrm>
          <a:prstGeom prst="rect">
            <a:avLst/>
          </a:prstGeom>
          <a:noFill/>
        </p:spPr>
        <p:txBody>
          <a:bodyPr wrap="none" rtlCol="0">
            <a:spAutoFit/>
          </a:bodyPr>
          <a:lstStyle/>
          <a:p>
            <a:pPr algn="ctr"/>
            <a:r>
              <a:rPr lang="en-US" sz="2000" b="1" dirty="0">
                <a:solidFill>
                  <a:schemeClr val="tx1"/>
                </a:solidFill>
                <a:effectLst>
                  <a:outerShdw blurRad="552450" dir="2700000" sx="20000" sy="20000" algn="tl" rotWithShape="0">
                    <a:srgbClr val="000000"/>
                  </a:outerShdw>
                </a:effectLst>
                <a:latin typeface="Arial"/>
                <a:cs typeface="Arial"/>
              </a:rPr>
              <a:t>© 2020 PerkinElmer</a:t>
            </a:r>
          </a:p>
        </p:txBody>
      </p:sp>
    </p:spTree>
    <p:extLst>
      <p:ext uri="{BB962C8B-B14F-4D97-AF65-F5344CB8AC3E}">
        <p14:creationId xmlns:p14="http://schemas.microsoft.com/office/powerpoint/2010/main" val="338857129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Opt 2">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4995296"/>
            <a:ext cx="24386192" cy="8720704"/>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2" name="TextBox 11"/>
          <p:cNvSpPr txBox="1"/>
          <p:nvPr userDrawn="1"/>
        </p:nvSpPr>
        <p:spPr>
          <a:xfrm>
            <a:off x="21120992" y="13010618"/>
            <a:ext cx="2581156" cy="400110"/>
          </a:xfrm>
          <a:prstGeom prst="rect">
            <a:avLst/>
          </a:prstGeom>
          <a:noFill/>
        </p:spPr>
        <p:txBody>
          <a:bodyPr wrap="none" rtlCol="0">
            <a:spAutoFit/>
          </a:bodyPr>
          <a:lstStyle/>
          <a:p>
            <a:pPr algn="ctr"/>
            <a:r>
              <a:rPr lang="en-US" sz="2000" b="1" dirty="0">
                <a:solidFill>
                  <a:schemeClr val="bg1"/>
                </a:solidFill>
                <a:effectLst>
                  <a:outerShdw blurRad="552450" dir="2700000" sx="20000" sy="20000" algn="tl" rotWithShape="0">
                    <a:srgbClr val="000000"/>
                  </a:outerShdw>
                </a:effectLst>
                <a:latin typeface="Arial"/>
                <a:cs typeface="Arial"/>
              </a:rPr>
              <a:t>© 2020 PerkinElmer</a:t>
            </a:r>
          </a:p>
        </p:txBody>
      </p:sp>
    </p:spTree>
    <p:extLst>
      <p:ext uri="{BB962C8B-B14F-4D97-AF65-F5344CB8AC3E}">
        <p14:creationId xmlns:p14="http://schemas.microsoft.com/office/powerpoint/2010/main" val="6762014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Opt 3">
    <p:spTree>
      <p:nvGrpSpPr>
        <p:cNvPr id="1" name=""/>
        <p:cNvGrpSpPr/>
        <p:nvPr/>
      </p:nvGrpSpPr>
      <p:grpSpPr>
        <a:xfrm>
          <a:off x="0" y="0"/>
          <a:ext cx="0" cy="0"/>
          <a:chOff x="0" y="0"/>
          <a:chExt cx="0" cy="0"/>
        </a:xfrm>
      </p:grpSpPr>
      <p:pic>
        <p:nvPicPr>
          <p:cNvPr id="3" name="Picture 1"/>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2" name="Rectangle 1"/>
          <p:cNvSpPr/>
          <p:nvPr userDrawn="1"/>
        </p:nvSpPr>
        <p:spPr bwMode="auto">
          <a:xfrm>
            <a:off x="21841072" y="12690648"/>
            <a:ext cx="1784155" cy="914400"/>
          </a:xfrm>
          <a:prstGeom prst="rect">
            <a:avLst/>
          </a:prstGeom>
          <a:solidFill>
            <a:schemeClr val="bg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2" name="TextBox 11"/>
          <p:cNvSpPr txBox="1"/>
          <p:nvPr userDrawn="1"/>
        </p:nvSpPr>
        <p:spPr>
          <a:xfrm>
            <a:off x="21120993" y="13010618"/>
            <a:ext cx="2581156" cy="400110"/>
          </a:xfrm>
          <a:prstGeom prst="rect">
            <a:avLst/>
          </a:prstGeom>
          <a:noFill/>
        </p:spPr>
        <p:txBody>
          <a:bodyPr wrap="none" rtlCol="0">
            <a:spAutoFit/>
          </a:bodyPr>
          <a:lstStyle/>
          <a:p>
            <a:pPr algn="ctr"/>
            <a:r>
              <a:rPr lang="en-US" sz="2000" b="1" dirty="0">
                <a:solidFill>
                  <a:schemeClr val="tx1"/>
                </a:solidFill>
                <a:effectLst>
                  <a:outerShdw blurRad="552450" dir="2700000" sx="20000" sy="20000" algn="tl" rotWithShape="0">
                    <a:srgbClr val="000000"/>
                  </a:outerShdw>
                </a:effectLst>
                <a:latin typeface="Arial"/>
                <a:cs typeface="Arial"/>
              </a:rPr>
              <a:t>© 2020 PerkinElmer</a:t>
            </a:r>
          </a:p>
        </p:txBody>
      </p:sp>
    </p:spTree>
    <p:extLst>
      <p:ext uri="{BB962C8B-B14F-4D97-AF65-F5344CB8AC3E}">
        <p14:creationId xmlns:p14="http://schemas.microsoft.com/office/powerpoint/2010/main" val="132275031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Fami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384000" cy="8686799"/>
          </a:xfrm>
          <a:prstGeom prst="rect">
            <a:avLst/>
          </a:prstGeom>
        </p:spPr>
      </p:pic>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spTree>
    <p:extLst>
      <p:ext uri="{BB962C8B-B14F-4D97-AF65-F5344CB8AC3E}">
        <p14:creationId xmlns:p14="http://schemas.microsoft.com/office/powerpoint/2010/main" val="217162370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Energy)">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pic>
        <p:nvPicPr>
          <p:cNvPr id="4" name="Picture Placeholder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24384000" cy="8729583"/>
          </a:xfrm>
          <a:prstGeom prst="rect">
            <a:avLst/>
          </a:prstGeom>
        </p:spPr>
      </p:pic>
    </p:spTree>
    <p:extLst>
      <p:ext uri="{BB962C8B-B14F-4D97-AF65-F5344CB8AC3E}">
        <p14:creationId xmlns:p14="http://schemas.microsoft.com/office/powerpoint/2010/main" val="141243879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Medical Research)">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pic>
        <p:nvPicPr>
          <p:cNvPr id="5" name="Picture Placeholder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384000" cy="8729583"/>
          </a:xfrm>
          <a:prstGeom prst="rect">
            <a:avLst/>
          </a:prstGeom>
        </p:spPr>
      </p:pic>
    </p:spTree>
    <p:extLst>
      <p:ext uri="{BB962C8B-B14F-4D97-AF65-F5344CB8AC3E}">
        <p14:creationId xmlns:p14="http://schemas.microsoft.com/office/powerpoint/2010/main" val="104815016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harma)">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pic>
        <p:nvPicPr>
          <p:cNvPr id="5" name="Picture Placeholder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384000" cy="8729583"/>
          </a:xfrm>
          <a:prstGeom prst="rect">
            <a:avLst/>
          </a:prstGeom>
        </p:spPr>
      </p:pic>
    </p:spTree>
    <p:extLst>
      <p:ext uri="{BB962C8B-B14F-4D97-AF65-F5344CB8AC3E}">
        <p14:creationId xmlns:p14="http://schemas.microsoft.com/office/powerpoint/2010/main" val="152992022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Custom)">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sp>
        <p:nvSpPr>
          <p:cNvPr id="4" name="Picture Placeholder 3"/>
          <p:cNvSpPr>
            <a:spLocks noGrp="1"/>
          </p:cNvSpPr>
          <p:nvPr>
            <p:ph type="pic" sz="quarter" idx="10"/>
          </p:nvPr>
        </p:nvSpPr>
        <p:spPr>
          <a:xfrm>
            <a:off x="0" y="0"/>
            <a:ext cx="24384000" cy="8729583"/>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69227728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8730208"/>
            <a:ext cx="22322480" cy="1480757"/>
          </a:xfrm>
          <a:prstGeom prst="rect">
            <a:avLst/>
          </a:prstGeom>
        </p:spPr>
        <p:txBody>
          <a:bodyPr vert="horz" anchor="ctr">
            <a:normAutofit/>
          </a:bodyPr>
          <a:lstStyle>
            <a:lvl1pPr algn="l">
              <a:defRPr sz="6000" b="0" i="0">
                <a:solidFill>
                  <a:srgbClr val="89BF27"/>
                </a:solidFill>
                <a:latin typeface="Arial Regular" charset="0"/>
                <a:cs typeface="Arial Regular" charset="0"/>
              </a:defRPr>
            </a:lvl1pPr>
          </a:lstStyle>
          <a:p>
            <a:r>
              <a:rPr lang="en-CA" dirty="0"/>
              <a:t>Thank you message</a:t>
            </a:r>
            <a:endParaRPr lang="en-US" dirty="0"/>
          </a:p>
        </p:txBody>
      </p:sp>
      <p:sp>
        <p:nvSpPr>
          <p:cNvPr id="18" name="Text Placeholder 12"/>
          <p:cNvSpPr>
            <a:spLocks noGrp="1"/>
          </p:cNvSpPr>
          <p:nvPr>
            <p:ph type="body" sz="quarter" idx="12" hasCustomPrompt="1"/>
          </p:nvPr>
        </p:nvSpPr>
        <p:spPr>
          <a:xfrm>
            <a:off x="1030289" y="10962456"/>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Position</a:t>
            </a:r>
            <a:endParaRPr lang="en-US" dirty="0"/>
          </a:p>
        </p:txBody>
      </p:sp>
      <p:sp>
        <p:nvSpPr>
          <p:cNvPr id="19" name="Text Placeholder 12"/>
          <p:cNvSpPr>
            <a:spLocks noGrp="1"/>
          </p:cNvSpPr>
          <p:nvPr>
            <p:ph type="body" sz="quarter" idx="13" hasCustomPrompt="1"/>
          </p:nvPr>
        </p:nvSpPr>
        <p:spPr>
          <a:xfrm>
            <a:off x="1030289" y="10386392"/>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Name Surname</a:t>
            </a:r>
            <a:endParaRPr lang="en-US" dirty="0"/>
          </a:p>
        </p:txBody>
      </p:sp>
      <p:sp>
        <p:nvSpPr>
          <p:cNvPr id="20" name="Text Placeholder 12"/>
          <p:cNvSpPr>
            <a:spLocks noGrp="1"/>
          </p:cNvSpPr>
          <p:nvPr>
            <p:ph type="body" sz="quarter" idx="14" hasCustomPrompt="1"/>
          </p:nvPr>
        </p:nvSpPr>
        <p:spPr>
          <a:xfrm>
            <a:off x="1030289" y="11505097"/>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Email</a:t>
            </a:r>
            <a:endParaRPr lang="en-US" dirty="0"/>
          </a:p>
        </p:txBody>
      </p:sp>
      <p:sp>
        <p:nvSpPr>
          <p:cNvPr id="21" name="Text Placeholder 12"/>
          <p:cNvSpPr>
            <a:spLocks noGrp="1"/>
          </p:cNvSpPr>
          <p:nvPr>
            <p:ph type="body" sz="quarter" idx="15" hasCustomPrompt="1"/>
          </p:nvPr>
        </p:nvSpPr>
        <p:spPr>
          <a:xfrm>
            <a:off x="1030289" y="12037414"/>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Number</a:t>
            </a:r>
            <a:endParaRPr lang="en-US" dirty="0"/>
          </a:p>
        </p:txBody>
      </p:sp>
      <p:sp>
        <p:nvSpPr>
          <p:cNvPr id="22" name="Text Placeholder 12"/>
          <p:cNvSpPr>
            <a:spLocks noGrp="1"/>
          </p:cNvSpPr>
          <p:nvPr>
            <p:ph type="body" sz="quarter" idx="16" hasCustomPrompt="1"/>
          </p:nvPr>
        </p:nvSpPr>
        <p:spPr>
          <a:xfrm>
            <a:off x="9167664" y="10962456"/>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Position</a:t>
            </a:r>
            <a:endParaRPr lang="en-US" dirty="0"/>
          </a:p>
        </p:txBody>
      </p:sp>
      <p:sp>
        <p:nvSpPr>
          <p:cNvPr id="23" name="Text Placeholder 12"/>
          <p:cNvSpPr>
            <a:spLocks noGrp="1"/>
          </p:cNvSpPr>
          <p:nvPr>
            <p:ph type="body" sz="quarter" idx="17" hasCustomPrompt="1"/>
          </p:nvPr>
        </p:nvSpPr>
        <p:spPr>
          <a:xfrm>
            <a:off x="9167664" y="10386392"/>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Name Surname</a:t>
            </a:r>
            <a:endParaRPr lang="en-US" dirty="0"/>
          </a:p>
        </p:txBody>
      </p:sp>
      <p:sp>
        <p:nvSpPr>
          <p:cNvPr id="24" name="Text Placeholder 12"/>
          <p:cNvSpPr>
            <a:spLocks noGrp="1"/>
          </p:cNvSpPr>
          <p:nvPr>
            <p:ph type="body" sz="quarter" idx="18" hasCustomPrompt="1"/>
          </p:nvPr>
        </p:nvSpPr>
        <p:spPr>
          <a:xfrm>
            <a:off x="9167664" y="11505097"/>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Email</a:t>
            </a:r>
            <a:endParaRPr lang="en-US" dirty="0"/>
          </a:p>
        </p:txBody>
      </p:sp>
      <p:sp>
        <p:nvSpPr>
          <p:cNvPr id="25" name="Text Placeholder 12"/>
          <p:cNvSpPr>
            <a:spLocks noGrp="1"/>
          </p:cNvSpPr>
          <p:nvPr>
            <p:ph type="body" sz="quarter" idx="19" hasCustomPrompt="1"/>
          </p:nvPr>
        </p:nvSpPr>
        <p:spPr>
          <a:xfrm>
            <a:off x="9167664" y="12037414"/>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Number</a:t>
            </a:r>
            <a:endParaRPr lang="en-US" dirty="0"/>
          </a:p>
        </p:txBody>
      </p:sp>
      <p:sp>
        <p:nvSpPr>
          <p:cNvPr id="26" name="Text Placeholder 12"/>
          <p:cNvSpPr>
            <a:spLocks noGrp="1"/>
          </p:cNvSpPr>
          <p:nvPr>
            <p:ph type="body" sz="quarter" idx="20" hasCustomPrompt="1"/>
          </p:nvPr>
        </p:nvSpPr>
        <p:spPr>
          <a:xfrm>
            <a:off x="17232560" y="10962456"/>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Position</a:t>
            </a:r>
            <a:endParaRPr lang="en-US" dirty="0"/>
          </a:p>
        </p:txBody>
      </p:sp>
      <p:sp>
        <p:nvSpPr>
          <p:cNvPr id="27" name="Text Placeholder 12"/>
          <p:cNvSpPr>
            <a:spLocks noGrp="1"/>
          </p:cNvSpPr>
          <p:nvPr>
            <p:ph type="body" sz="quarter" idx="21" hasCustomPrompt="1"/>
          </p:nvPr>
        </p:nvSpPr>
        <p:spPr>
          <a:xfrm>
            <a:off x="17232560" y="10386392"/>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Name Surname</a:t>
            </a:r>
            <a:endParaRPr lang="en-US" dirty="0"/>
          </a:p>
        </p:txBody>
      </p:sp>
      <p:sp>
        <p:nvSpPr>
          <p:cNvPr id="28" name="Text Placeholder 12"/>
          <p:cNvSpPr>
            <a:spLocks noGrp="1"/>
          </p:cNvSpPr>
          <p:nvPr>
            <p:ph type="body" sz="quarter" idx="22" hasCustomPrompt="1"/>
          </p:nvPr>
        </p:nvSpPr>
        <p:spPr>
          <a:xfrm>
            <a:off x="17232560" y="11505097"/>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Email</a:t>
            </a:r>
            <a:endParaRPr lang="en-US" dirty="0"/>
          </a:p>
        </p:txBody>
      </p:sp>
      <p:sp>
        <p:nvSpPr>
          <p:cNvPr id="29" name="Text Placeholder 12"/>
          <p:cNvSpPr>
            <a:spLocks noGrp="1"/>
          </p:cNvSpPr>
          <p:nvPr>
            <p:ph type="body" sz="quarter" idx="23" hasCustomPrompt="1"/>
          </p:nvPr>
        </p:nvSpPr>
        <p:spPr>
          <a:xfrm>
            <a:off x="17232560" y="12037414"/>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Number</a:t>
            </a:r>
            <a:endParaRPr lang="en-US" dirty="0"/>
          </a:p>
        </p:txBody>
      </p:sp>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0"/>
            <a:ext cx="24384000" cy="8678779"/>
          </a:xfrm>
          <a:prstGeom prst="rect">
            <a:avLst/>
          </a:prstGeom>
        </p:spPr>
      </p:pic>
    </p:spTree>
    <p:extLst>
      <p:ext uri="{BB962C8B-B14F-4D97-AF65-F5344CB8AC3E}">
        <p14:creationId xmlns:p14="http://schemas.microsoft.com/office/powerpoint/2010/main" val="421335597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7306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4A6DD-8C89-4B63-8A80-33B8F0DE58F1}"/>
              </a:ext>
            </a:extLst>
          </p:cNvPr>
          <p:cNvSpPr>
            <a:spLocks noGrp="1"/>
          </p:cNvSpPr>
          <p:nvPr>
            <p:ph type="title"/>
          </p:nvPr>
        </p:nvSpPr>
        <p:spPr>
          <a:xfrm>
            <a:off x="1663700" y="3419477"/>
            <a:ext cx="21031200" cy="5705474"/>
          </a:xfrm>
        </p:spPr>
        <p:txBody>
          <a:bodyPr anchor="b"/>
          <a:lstStyle>
            <a:lvl1pPr>
              <a:defRPr sz="12000"/>
            </a:lvl1pPr>
          </a:lstStyle>
          <a:p>
            <a:r>
              <a:rPr lang="en-US"/>
              <a:t>Click to edit Master title style</a:t>
            </a:r>
          </a:p>
        </p:txBody>
      </p:sp>
      <p:sp>
        <p:nvSpPr>
          <p:cNvPr id="3" name="Text Placeholder 2">
            <a:extLst>
              <a:ext uri="{FF2B5EF4-FFF2-40B4-BE49-F238E27FC236}">
                <a16:creationId xmlns:a16="http://schemas.microsoft.com/office/drawing/2014/main" id="{3B797482-A0D5-4874-BCF8-734DDB99FE71}"/>
              </a:ext>
            </a:extLst>
          </p:cNvPr>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D20C8B-156D-4779-9C91-85A7E8ECBD4B}"/>
              </a:ext>
            </a:extLst>
          </p:cNvPr>
          <p:cNvSpPr>
            <a:spLocks noGrp="1"/>
          </p:cNvSpPr>
          <p:nvPr>
            <p:ph type="dt" sz="half" idx="10"/>
          </p:nvPr>
        </p:nvSpPr>
        <p:spPr/>
        <p:txBody>
          <a:bodyPr/>
          <a:lstStyle/>
          <a:p>
            <a:fld id="{A4E65CAD-3D2C-482C-9AA8-66CAB3752F3A}" type="datetimeFigureOut">
              <a:rPr lang="en-US" smtClean="0"/>
              <a:t>8/6/2026</a:t>
            </a:fld>
            <a:endParaRPr lang="en-US"/>
          </a:p>
        </p:txBody>
      </p:sp>
      <p:sp>
        <p:nvSpPr>
          <p:cNvPr id="5" name="Footer Placeholder 4">
            <a:extLst>
              <a:ext uri="{FF2B5EF4-FFF2-40B4-BE49-F238E27FC236}">
                <a16:creationId xmlns:a16="http://schemas.microsoft.com/office/drawing/2014/main" id="{A69FF5A2-707A-4346-B973-F5800EFFF2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4EA3D6-58DC-4330-A61D-3A4E7B55619C}"/>
              </a:ext>
            </a:extLst>
          </p:cNvPr>
          <p:cNvSpPr>
            <a:spLocks noGrp="1"/>
          </p:cNvSpPr>
          <p:nvPr>
            <p:ph type="sldNum" sz="quarter" idx="12"/>
          </p:nvPr>
        </p:nvSpPr>
        <p:spPr/>
        <p:txBody>
          <a:bodyPr/>
          <a:lstStyle/>
          <a:p>
            <a:fld id="{B1121CFE-0BC2-4AFE-BE49-941179E85DB8}" type="slidenum">
              <a:rPr lang="en-US" smtClean="0"/>
              <a:t>‹#›</a:t>
            </a:fld>
            <a:endParaRPr lang="en-US"/>
          </a:p>
        </p:txBody>
      </p:sp>
    </p:spTree>
    <p:extLst>
      <p:ext uri="{BB962C8B-B14F-4D97-AF65-F5344CB8AC3E}">
        <p14:creationId xmlns:p14="http://schemas.microsoft.com/office/powerpoint/2010/main" val="662082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Tree>
    <p:extLst>
      <p:ext uri="{BB962C8B-B14F-4D97-AF65-F5344CB8AC3E}">
        <p14:creationId xmlns:p14="http://schemas.microsoft.com/office/powerpoint/2010/main" val="384676555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6" name="Content Placeholder 4"/>
          <p:cNvSpPr>
            <a:spLocks noGrp="1"/>
          </p:cNvSpPr>
          <p:nvPr>
            <p:ph sz="quarter" idx="11"/>
          </p:nvPr>
        </p:nvSpPr>
        <p:spPr>
          <a:xfrm>
            <a:off x="1030760" y="2753544"/>
            <a:ext cx="22249928"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Tree>
    <p:extLst>
      <p:ext uri="{BB962C8B-B14F-4D97-AF65-F5344CB8AC3E}">
        <p14:creationId xmlns:p14="http://schemas.microsoft.com/office/powerpoint/2010/main" val="357978443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Even Spli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6" name="Content Placeholder 4"/>
          <p:cNvSpPr>
            <a:spLocks noGrp="1"/>
          </p:cNvSpPr>
          <p:nvPr>
            <p:ph sz="quarter" idx="11"/>
          </p:nvPr>
        </p:nvSpPr>
        <p:spPr>
          <a:xfrm>
            <a:off x="1030760" y="2753544"/>
            <a:ext cx="10729192"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5" name="Content Placeholder 4"/>
          <p:cNvSpPr>
            <a:spLocks noGrp="1"/>
          </p:cNvSpPr>
          <p:nvPr>
            <p:ph sz="quarter" idx="12"/>
          </p:nvPr>
        </p:nvSpPr>
        <p:spPr>
          <a:xfrm>
            <a:off x="12552040" y="2753544"/>
            <a:ext cx="10729192"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Tree>
    <p:extLst>
      <p:ext uri="{BB962C8B-B14F-4D97-AF65-F5344CB8AC3E}">
        <p14:creationId xmlns:p14="http://schemas.microsoft.com/office/powerpoint/2010/main" val="54063697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3 Split Lef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6" name="Content Placeholder 4"/>
          <p:cNvSpPr>
            <a:spLocks noGrp="1"/>
          </p:cNvSpPr>
          <p:nvPr>
            <p:ph sz="quarter" idx="11"/>
          </p:nvPr>
        </p:nvSpPr>
        <p:spPr>
          <a:xfrm>
            <a:off x="1030760" y="2753544"/>
            <a:ext cx="6192688"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5" name="Content Placeholder 4"/>
          <p:cNvSpPr>
            <a:spLocks noGrp="1"/>
          </p:cNvSpPr>
          <p:nvPr>
            <p:ph sz="quarter" idx="12"/>
          </p:nvPr>
        </p:nvSpPr>
        <p:spPr>
          <a:xfrm>
            <a:off x="8087544" y="2753544"/>
            <a:ext cx="15193688"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Tree>
    <p:extLst>
      <p:ext uri="{BB962C8B-B14F-4D97-AF65-F5344CB8AC3E}">
        <p14:creationId xmlns:p14="http://schemas.microsoft.com/office/powerpoint/2010/main" val="42551668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2/3 Split Righ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nl-NL"/>
              <a:t>Footer text</a:t>
            </a:r>
            <a:endParaRPr lang="en-US" dirty="0"/>
          </a:p>
        </p:txBody>
      </p:sp>
      <p:sp>
        <p:nvSpPr>
          <p:cNvPr id="6" name="Content Placeholder 4"/>
          <p:cNvSpPr>
            <a:spLocks noGrp="1"/>
          </p:cNvSpPr>
          <p:nvPr>
            <p:ph sz="quarter" idx="11"/>
          </p:nvPr>
        </p:nvSpPr>
        <p:spPr>
          <a:xfrm>
            <a:off x="17088544" y="2753544"/>
            <a:ext cx="6192688"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5" name="Content Placeholder 4"/>
          <p:cNvSpPr>
            <a:spLocks noGrp="1"/>
          </p:cNvSpPr>
          <p:nvPr>
            <p:ph sz="quarter" idx="12"/>
          </p:nvPr>
        </p:nvSpPr>
        <p:spPr>
          <a:xfrm>
            <a:off x="1030760" y="2753544"/>
            <a:ext cx="15193688" cy="9217794"/>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4" name="Title 3"/>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415396556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llout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5" name="Content Placeholder 4"/>
          <p:cNvSpPr>
            <a:spLocks noGrp="1"/>
          </p:cNvSpPr>
          <p:nvPr>
            <p:ph sz="quarter" idx="11"/>
          </p:nvPr>
        </p:nvSpPr>
        <p:spPr>
          <a:xfrm>
            <a:off x="9023648" y="2753493"/>
            <a:ext cx="14257040" cy="9217845"/>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6" name="Text Placeholder 5"/>
          <p:cNvSpPr>
            <a:spLocks noGrp="1"/>
          </p:cNvSpPr>
          <p:nvPr>
            <p:ph type="body" sz="quarter" idx="12" hasCustomPrompt="1"/>
          </p:nvPr>
        </p:nvSpPr>
        <p:spPr>
          <a:xfrm>
            <a:off x="1030289" y="2753544"/>
            <a:ext cx="6625208" cy="9217024"/>
          </a:xfrm>
        </p:spPr>
        <p:txBody>
          <a:bodyPr>
            <a:normAutofit/>
          </a:bodyPr>
          <a:lstStyle>
            <a:lvl1pPr marL="0" indent="0">
              <a:buNone/>
              <a:defRPr sz="5000" b="0">
                <a:solidFill>
                  <a:srgbClr val="89BF27"/>
                </a:solidFill>
              </a:defRPr>
            </a:lvl1pPr>
          </a:lstStyle>
          <a:p>
            <a:pPr lvl="0"/>
            <a:r>
              <a:rPr lang="en-CA" dirty="0"/>
              <a:t>Callout</a:t>
            </a:r>
          </a:p>
        </p:txBody>
      </p:sp>
    </p:spTree>
    <p:extLst>
      <p:ext uri="{BB962C8B-B14F-4D97-AF65-F5344CB8AC3E}">
        <p14:creationId xmlns:p14="http://schemas.microsoft.com/office/powerpoint/2010/main" val="385787135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llout &amp; Content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6" name="Content Placeholder 4"/>
          <p:cNvSpPr>
            <a:spLocks noGrp="1"/>
          </p:cNvSpPr>
          <p:nvPr>
            <p:ph sz="quarter" idx="11"/>
          </p:nvPr>
        </p:nvSpPr>
        <p:spPr>
          <a:xfrm>
            <a:off x="1030760" y="2753544"/>
            <a:ext cx="22249928" cy="6480720"/>
          </a:xfrm>
        </p:spPr>
        <p:txBody>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5" name="Text Placeholder 5"/>
          <p:cNvSpPr>
            <a:spLocks noGrp="1"/>
          </p:cNvSpPr>
          <p:nvPr>
            <p:ph type="body" sz="quarter" idx="12" hasCustomPrompt="1"/>
          </p:nvPr>
        </p:nvSpPr>
        <p:spPr>
          <a:xfrm>
            <a:off x="1030288" y="9522296"/>
            <a:ext cx="22250943" cy="2448272"/>
          </a:xfrm>
        </p:spPr>
        <p:txBody>
          <a:bodyPr>
            <a:normAutofit/>
          </a:bodyPr>
          <a:lstStyle>
            <a:lvl1pPr marL="0" indent="0">
              <a:buNone/>
              <a:defRPr sz="5000" b="0">
                <a:solidFill>
                  <a:srgbClr val="89BF27"/>
                </a:solidFill>
              </a:defRPr>
            </a:lvl1pPr>
          </a:lstStyle>
          <a:p>
            <a:pPr lvl="0"/>
            <a:r>
              <a:rPr lang="en-CA" dirty="0"/>
              <a:t>Callout</a:t>
            </a:r>
          </a:p>
        </p:txBody>
      </p:sp>
    </p:spTree>
    <p:extLst>
      <p:ext uri="{BB962C8B-B14F-4D97-AF65-F5344CB8AC3E}">
        <p14:creationId xmlns:p14="http://schemas.microsoft.com/office/powerpoint/2010/main" val="44767062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amp;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CA" dirty="0"/>
              <a:t>Slide title</a:t>
            </a:r>
            <a:endParaRPr lang="en-US" dirty="0"/>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8" name="Picture Placeholder 4"/>
          <p:cNvSpPr>
            <a:spLocks noGrp="1"/>
          </p:cNvSpPr>
          <p:nvPr>
            <p:ph type="pic" sz="quarter" idx="12" hasCustomPrompt="1"/>
          </p:nvPr>
        </p:nvSpPr>
        <p:spPr>
          <a:xfrm>
            <a:off x="1102857" y="2753544"/>
            <a:ext cx="22178286" cy="5976664"/>
          </a:xfrm>
        </p:spPr>
        <p:txBody>
          <a:bodyPr/>
          <a:lstStyle>
            <a:lvl1pPr marL="0" indent="0">
              <a:buNone/>
              <a:defRPr/>
            </a:lvl1pPr>
          </a:lstStyle>
          <a:p>
            <a:r>
              <a:rPr lang="en-US" dirty="0"/>
              <a:t>Click icon to add picture</a:t>
            </a:r>
          </a:p>
        </p:txBody>
      </p:sp>
      <p:sp>
        <p:nvSpPr>
          <p:cNvPr id="5" name="Text Placeholder 4"/>
          <p:cNvSpPr>
            <a:spLocks noGrp="1"/>
          </p:cNvSpPr>
          <p:nvPr>
            <p:ph type="body" sz="quarter" idx="13"/>
          </p:nvPr>
        </p:nvSpPr>
        <p:spPr>
          <a:xfrm>
            <a:off x="1896022" y="9090025"/>
            <a:ext cx="4679354" cy="2952750"/>
          </a:xfrm>
        </p:spPr>
        <p:txBody>
          <a:bodyPr anchor="ctr">
            <a:normAutofit/>
          </a:bodyPr>
          <a:lstStyle>
            <a:lvl1pPr marL="0" indent="0" algn="ctr">
              <a:buNone/>
              <a:defRPr sz="3500"/>
            </a:lvl1pPr>
          </a:lstStyle>
          <a:p>
            <a:pPr lvl="0"/>
            <a:r>
              <a:rPr lang="en-CA" dirty="0"/>
              <a:t>Click to edit Master text styles</a:t>
            </a:r>
          </a:p>
        </p:txBody>
      </p:sp>
      <p:sp>
        <p:nvSpPr>
          <p:cNvPr id="9" name="Text Placeholder 4"/>
          <p:cNvSpPr>
            <a:spLocks noGrp="1"/>
          </p:cNvSpPr>
          <p:nvPr>
            <p:ph type="body" sz="quarter" idx="14"/>
          </p:nvPr>
        </p:nvSpPr>
        <p:spPr>
          <a:xfrm>
            <a:off x="9852906" y="9090025"/>
            <a:ext cx="4679354" cy="2952750"/>
          </a:xfrm>
        </p:spPr>
        <p:txBody>
          <a:bodyPr anchor="ctr">
            <a:normAutofit/>
          </a:bodyPr>
          <a:lstStyle>
            <a:lvl1pPr marL="0" indent="0" algn="ctr">
              <a:buNone/>
              <a:defRPr sz="3500"/>
            </a:lvl1pPr>
          </a:lstStyle>
          <a:p>
            <a:pPr lvl="0"/>
            <a:r>
              <a:rPr lang="en-CA" dirty="0"/>
              <a:t>Click to edit Master text styles</a:t>
            </a:r>
          </a:p>
        </p:txBody>
      </p:sp>
      <p:sp>
        <p:nvSpPr>
          <p:cNvPr id="10" name="Text Placeholder 4"/>
          <p:cNvSpPr>
            <a:spLocks noGrp="1"/>
          </p:cNvSpPr>
          <p:nvPr>
            <p:ph type="body" sz="quarter" idx="15"/>
          </p:nvPr>
        </p:nvSpPr>
        <p:spPr>
          <a:xfrm>
            <a:off x="17809790" y="9090025"/>
            <a:ext cx="4679354" cy="2952750"/>
          </a:xfrm>
        </p:spPr>
        <p:txBody>
          <a:bodyPr anchor="ctr">
            <a:normAutofit/>
          </a:bodyPr>
          <a:lstStyle>
            <a:lvl1pPr marL="0" indent="0" algn="ctr">
              <a:buNone/>
              <a:defRPr sz="3500"/>
            </a:lvl1pPr>
          </a:lstStyle>
          <a:p>
            <a:pPr lvl="0"/>
            <a:r>
              <a:rPr lang="en-CA" dirty="0"/>
              <a:t>Click to edit Master text styles</a:t>
            </a:r>
          </a:p>
        </p:txBody>
      </p:sp>
    </p:spTree>
    <p:extLst>
      <p:ext uri="{BB962C8B-B14F-4D97-AF65-F5344CB8AC3E}">
        <p14:creationId xmlns:p14="http://schemas.microsoft.com/office/powerpoint/2010/main" val="290982878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ogo">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nl-NL"/>
              <a:t>Footer text</a:t>
            </a:r>
            <a:endParaRPr lang="en-US" dirty="0"/>
          </a:p>
        </p:txBody>
      </p:sp>
      <p:sp>
        <p:nvSpPr>
          <p:cNvPr id="4" name="Picture Placeholder 5"/>
          <p:cNvSpPr>
            <a:spLocks noGrp="1"/>
          </p:cNvSpPr>
          <p:nvPr>
            <p:ph type="pic" sz="quarter" idx="14"/>
          </p:nvPr>
        </p:nvSpPr>
        <p:spPr>
          <a:xfrm>
            <a:off x="1046264" y="3063751"/>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1" name="Picture Placeholder 5"/>
          <p:cNvSpPr>
            <a:spLocks noGrp="1"/>
          </p:cNvSpPr>
          <p:nvPr>
            <p:ph type="pic" sz="quarter" idx="15"/>
          </p:nvPr>
        </p:nvSpPr>
        <p:spPr>
          <a:xfrm>
            <a:off x="5654776" y="3063751"/>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2" name="Picture Placeholder 5"/>
          <p:cNvSpPr>
            <a:spLocks noGrp="1"/>
          </p:cNvSpPr>
          <p:nvPr>
            <p:ph type="pic" sz="quarter" idx="16"/>
          </p:nvPr>
        </p:nvSpPr>
        <p:spPr>
          <a:xfrm>
            <a:off x="10263288" y="3063751"/>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3" name="Picture Placeholder 5"/>
          <p:cNvSpPr>
            <a:spLocks noGrp="1"/>
          </p:cNvSpPr>
          <p:nvPr>
            <p:ph type="pic" sz="quarter" idx="17"/>
          </p:nvPr>
        </p:nvSpPr>
        <p:spPr>
          <a:xfrm>
            <a:off x="14871800" y="3063751"/>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4" name="Picture Placeholder 5"/>
          <p:cNvSpPr>
            <a:spLocks noGrp="1"/>
          </p:cNvSpPr>
          <p:nvPr>
            <p:ph type="pic" sz="quarter" idx="18"/>
          </p:nvPr>
        </p:nvSpPr>
        <p:spPr>
          <a:xfrm>
            <a:off x="19480312" y="3063751"/>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5" name="Picture Placeholder 5"/>
          <p:cNvSpPr>
            <a:spLocks noGrp="1"/>
          </p:cNvSpPr>
          <p:nvPr>
            <p:ph type="pic" sz="quarter" idx="19"/>
          </p:nvPr>
        </p:nvSpPr>
        <p:spPr>
          <a:xfrm>
            <a:off x="1046264" y="5295999"/>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6" name="Picture Placeholder 5"/>
          <p:cNvSpPr>
            <a:spLocks noGrp="1"/>
          </p:cNvSpPr>
          <p:nvPr>
            <p:ph type="pic" sz="quarter" idx="20"/>
          </p:nvPr>
        </p:nvSpPr>
        <p:spPr>
          <a:xfrm>
            <a:off x="5654776" y="5295999"/>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7" name="Picture Placeholder 5"/>
          <p:cNvSpPr>
            <a:spLocks noGrp="1"/>
          </p:cNvSpPr>
          <p:nvPr>
            <p:ph type="pic" sz="quarter" idx="21"/>
          </p:nvPr>
        </p:nvSpPr>
        <p:spPr>
          <a:xfrm>
            <a:off x="10263288" y="5295999"/>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8" name="Picture Placeholder 5"/>
          <p:cNvSpPr>
            <a:spLocks noGrp="1"/>
          </p:cNvSpPr>
          <p:nvPr>
            <p:ph type="pic" sz="quarter" idx="22"/>
          </p:nvPr>
        </p:nvSpPr>
        <p:spPr>
          <a:xfrm>
            <a:off x="14871800" y="5295999"/>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29" name="Picture Placeholder 5"/>
          <p:cNvSpPr>
            <a:spLocks noGrp="1"/>
          </p:cNvSpPr>
          <p:nvPr>
            <p:ph type="pic" sz="quarter" idx="23"/>
          </p:nvPr>
        </p:nvSpPr>
        <p:spPr>
          <a:xfrm>
            <a:off x="19480312" y="5295999"/>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0" name="Picture Placeholder 5"/>
          <p:cNvSpPr>
            <a:spLocks noGrp="1"/>
          </p:cNvSpPr>
          <p:nvPr>
            <p:ph type="pic" sz="quarter" idx="24"/>
          </p:nvPr>
        </p:nvSpPr>
        <p:spPr>
          <a:xfrm>
            <a:off x="1046264" y="7528247"/>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1" name="Picture Placeholder 5"/>
          <p:cNvSpPr>
            <a:spLocks noGrp="1"/>
          </p:cNvSpPr>
          <p:nvPr>
            <p:ph type="pic" sz="quarter" idx="25"/>
          </p:nvPr>
        </p:nvSpPr>
        <p:spPr>
          <a:xfrm>
            <a:off x="5654776" y="7528247"/>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2" name="Picture Placeholder 5"/>
          <p:cNvSpPr>
            <a:spLocks noGrp="1"/>
          </p:cNvSpPr>
          <p:nvPr>
            <p:ph type="pic" sz="quarter" idx="26"/>
          </p:nvPr>
        </p:nvSpPr>
        <p:spPr>
          <a:xfrm>
            <a:off x="10263288" y="7528247"/>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3" name="Picture Placeholder 5"/>
          <p:cNvSpPr>
            <a:spLocks noGrp="1"/>
          </p:cNvSpPr>
          <p:nvPr>
            <p:ph type="pic" sz="quarter" idx="27"/>
          </p:nvPr>
        </p:nvSpPr>
        <p:spPr>
          <a:xfrm>
            <a:off x="14871800" y="7528247"/>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4" name="Picture Placeholder 5"/>
          <p:cNvSpPr>
            <a:spLocks noGrp="1"/>
          </p:cNvSpPr>
          <p:nvPr>
            <p:ph type="pic" sz="quarter" idx="28"/>
          </p:nvPr>
        </p:nvSpPr>
        <p:spPr>
          <a:xfrm>
            <a:off x="19480312" y="7528247"/>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5" name="Picture Placeholder 5"/>
          <p:cNvSpPr>
            <a:spLocks noGrp="1"/>
          </p:cNvSpPr>
          <p:nvPr>
            <p:ph type="pic" sz="quarter" idx="29"/>
          </p:nvPr>
        </p:nvSpPr>
        <p:spPr>
          <a:xfrm>
            <a:off x="1046264" y="9760495"/>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6" name="Picture Placeholder 5"/>
          <p:cNvSpPr>
            <a:spLocks noGrp="1"/>
          </p:cNvSpPr>
          <p:nvPr>
            <p:ph type="pic" sz="quarter" idx="30"/>
          </p:nvPr>
        </p:nvSpPr>
        <p:spPr>
          <a:xfrm>
            <a:off x="5654776" y="9760495"/>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7" name="Picture Placeholder 5"/>
          <p:cNvSpPr>
            <a:spLocks noGrp="1"/>
          </p:cNvSpPr>
          <p:nvPr>
            <p:ph type="pic" sz="quarter" idx="31"/>
          </p:nvPr>
        </p:nvSpPr>
        <p:spPr>
          <a:xfrm>
            <a:off x="10263288" y="9760495"/>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8" name="Picture Placeholder 5"/>
          <p:cNvSpPr>
            <a:spLocks noGrp="1"/>
          </p:cNvSpPr>
          <p:nvPr>
            <p:ph type="pic" sz="quarter" idx="32"/>
          </p:nvPr>
        </p:nvSpPr>
        <p:spPr>
          <a:xfrm>
            <a:off x="14871800" y="9760495"/>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39" name="Picture Placeholder 5"/>
          <p:cNvSpPr>
            <a:spLocks noGrp="1"/>
          </p:cNvSpPr>
          <p:nvPr>
            <p:ph type="pic" sz="quarter" idx="33"/>
          </p:nvPr>
        </p:nvSpPr>
        <p:spPr>
          <a:xfrm>
            <a:off x="19480312" y="9760495"/>
            <a:ext cx="3800920" cy="1850033"/>
          </a:xfrm>
          <a:prstGeom prst="rect">
            <a:avLst/>
          </a:prstGeom>
          <a:noFill/>
          <a:ln w="6350">
            <a:noFill/>
          </a:ln>
        </p:spPr>
        <p:txBody>
          <a:bodyPr vert="horz" anchor="t"/>
          <a:lstStyle>
            <a:lvl1pPr marL="0" indent="0">
              <a:buNone/>
              <a:defRPr sz="2800" b="0" i="0">
                <a:solidFill>
                  <a:schemeClr val="bg1">
                    <a:lumMod val="65000"/>
                  </a:schemeClr>
                </a:solidFill>
                <a:latin typeface="Arial Regular" charset="0"/>
                <a:cs typeface="Arial Regular" charset="0"/>
              </a:defRPr>
            </a:lvl1pPr>
          </a:lstStyle>
          <a:p>
            <a:pPr lvl="0"/>
            <a:r>
              <a:rPr lang="en-US" noProof="0" dirty="0">
                <a:sym typeface="Gill Sans" charset="0"/>
              </a:rPr>
              <a:t>Click icon to add picture</a:t>
            </a:r>
          </a:p>
        </p:txBody>
      </p:sp>
      <p:sp>
        <p:nvSpPr>
          <p:cNvPr id="5" name="Title 4"/>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9522835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4" name="Chart Placeholder 3"/>
          <p:cNvSpPr>
            <a:spLocks noGrp="1"/>
          </p:cNvSpPr>
          <p:nvPr>
            <p:ph type="chart" sz="quarter" idx="14"/>
          </p:nvPr>
        </p:nvSpPr>
        <p:spPr>
          <a:xfrm>
            <a:off x="1678832" y="3761656"/>
            <a:ext cx="17497944" cy="7927709"/>
          </a:xfrm>
          <a:prstGeom prst="rect">
            <a:avLst/>
          </a:prstGeom>
        </p:spPr>
        <p:txBody>
          <a:bodyPr vert="horz"/>
          <a:lstStyle>
            <a:lvl1pPr marL="0" indent="0">
              <a:buNone/>
              <a:defRPr b="0" i="0">
                <a:solidFill>
                  <a:srgbClr val="636466"/>
                </a:solidFill>
                <a:latin typeface="Arial Regular" charset="0"/>
                <a:cs typeface="Arial Regular" charset="0"/>
              </a:defRPr>
            </a:lvl1pPr>
          </a:lstStyle>
          <a:p>
            <a:pPr lvl="0"/>
            <a:r>
              <a:rPr lang="en-US" noProof="0" dirty="0">
                <a:sym typeface="Gill Sans" charset="0"/>
              </a:rPr>
              <a:t>Click icon to add chart</a:t>
            </a:r>
          </a:p>
        </p:txBody>
      </p:sp>
      <p:sp>
        <p:nvSpPr>
          <p:cNvPr id="8" name="Text Placeholder 9"/>
          <p:cNvSpPr>
            <a:spLocks noGrp="1"/>
          </p:cNvSpPr>
          <p:nvPr>
            <p:ph type="body" sz="quarter" idx="11" hasCustomPrompt="1"/>
          </p:nvPr>
        </p:nvSpPr>
        <p:spPr>
          <a:xfrm rot="16200000">
            <a:off x="-1527349" y="7399885"/>
            <a:ext cx="5754478" cy="638260"/>
          </a:xfrm>
          <a:prstGeom prst="rect">
            <a:avLst/>
          </a:prstGeom>
        </p:spPr>
        <p:txBody>
          <a:bodyPr vert="horz" lIns="180803" tIns="0" bIns="0" anchor="t">
            <a:normAutofit/>
          </a:bodyPr>
          <a:lstStyle>
            <a:lvl1pPr marL="0" indent="0" algn="ctr">
              <a:buNone/>
              <a:defRPr sz="2500" b="0" i="0" baseline="0">
                <a:solidFill>
                  <a:srgbClr val="131313"/>
                </a:solidFill>
                <a:latin typeface="Arial Regular" charset="0"/>
                <a:cs typeface="Arial Regular" charset="0"/>
              </a:defRPr>
            </a:lvl1pPr>
            <a:lvl2pPr algn="l">
              <a:defRPr sz="3300">
                <a:solidFill>
                  <a:srgbClr val="636466"/>
                </a:solidFill>
                <a:latin typeface="Calibri"/>
                <a:cs typeface="Calibri"/>
              </a:defRPr>
            </a:lvl2pPr>
            <a:lvl3pPr algn="l">
              <a:defRPr/>
            </a:lvl3pPr>
            <a:lvl4pPr algn="l">
              <a:defRPr/>
            </a:lvl4pPr>
            <a:lvl5pPr algn="l">
              <a:defRPr/>
            </a:lvl5pPr>
          </a:lstStyle>
          <a:p>
            <a:pPr lvl="0"/>
            <a:r>
              <a:rPr lang="en-US" dirty="0"/>
              <a:t>Click to edit axis</a:t>
            </a:r>
          </a:p>
        </p:txBody>
      </p:sp>
      <p:sp>
        <p:nvSpPr>
          <p:cNvPr id="9" name="Text Placeholder 9"/>
          <p:cNvSpPr>
            <a:spLocks noGrp="1"/>
          </p:cNvSpPr>
          <p:nvPr>
            <p:ph type="body" sz="quarter" idx="13" hasCustomPrompt="1"/>
          </p:nvPr>
        </p:nvSpPr>
        <p:spPr>
          <a:xfrm>
            <a:off x="6863408" y="11754544"/>
            <a:ext cx="7672637" cy="505077"/>
          </a:xfrm>
          <a:prstGeom prst="rect">
            <a:avLst/>
          </a:prstGeom>
        </p:spPr>
        <p:txBody>
          <a:bodyPr vert="horz" lIns="180803" tIns="0" bIns="0" anchor="b">
            <a:normAutofit/>
          </a:bodyPr>
          <a:lstStyle>
            <a:lvl1pPr marL="0" indent="0" algn="ctr">
              <a:buNone/>
              <a:defRPr sz="2500" b="0" i="0" baseline="0">
                <a:solidFill>
                  <a:srgbClr val="131313"/>
                </a:solidFill>
                <a:latin typeface="Arial Regular" charset="0"/>
                <a:cs typeface="Arial Regular" charset="0"/>
              </a:defRPr>
            </a:lvl1pPr>
            <a:lvl2pPr algn="l">
              <a:defRPr sz="3300">
                <a:solidFill>
                  <a:srgbClr val="636466"/>
                </a:solidFill>
                <a:latin typeface="Calibri"/>
                <a:cs typeface="Calibri"/>
              </a:defRPr>
            </a:lvl2pPr>
            <a:lvl3pPr algn="l">
              <a:defRPr/>
            </a:lvl3pPr>
            <a:lvl4pPr algn="l">
              <a:defRPr/>
            </a:lvl4pPr>
            <a:lvl5pPr algn="l">
              <a:defRPr/>
            </a:lvl5pPr>
          </a:lstStyle>
          <a:p>
            <a:pPr lvl="0"/>
            <a:r>
              <a:rPr lang="en-US" dirty="0"/>
              <a:t>Click to edit axis</a:t>
            </a:r>
          </a:p>
        </p:txBody>
      </p:sp>
      <p:sp>
        <p:nvSpPr>
          <p:cNvPr id="3" name="Footer Placeholder 2"/>
          <p:cNvSpPr>
            <a:spLocks noGrp="1"/>
          </p:cNvSpPr>
          <p:nvPr>
            <p:ph type="ftr" sz="quarter" idx="15"/>
          </p:nvPr>
        </p:nvSpPr>
        <p:spPr/>
        <p:txBody>
          <a:bodyPr/>
          <a:lstStyle/>
          <a:p>
            <a:r>
              <a:rPr lang="nl-NL"/>
              <a:t>Footer text</a:t>
            </a:r>
            <a:endParaRPr lang="en-US" dirty="0"/>
          </a:p>
        </p:txBody>
      </p:sp>
      <p:sp>
        <p:nvSpPr>
          <p:cNvPr id="7" name="Text Placeholder 12"/>
          <p:cNvSpPr>
            <a:spLocks noGrp="1"/>
          </p:cNvSpPr>
          <p:nvPr>
            <p:ph type="body" sz="quarter" idx="10" hasCustomPrompt="1"/>
          </p:nvPr>
        </p:nvSpPr>
        <p:spPr>
          <a:xfrm>
            <a:off x="1030760" y="2753544"/>
            <a:ext cx="15986125" cy="541996"/>
          </a:xfrm>
          <a:prstGeom prst="rect">
            <a:avLst/>
          </a:prstGeom>
        </p:spPr>
        <p:txBody>
          <a:bodyPr vert="horz">
            <a:normAutofit/>
          </a:bodyPr>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Graph title</a:t>
            </a:r>
            <a:endParaRPr lang="en-US" dirty="0"/>
          </a:p>
        </p:txBody>
      </p:sp>
      <p:sp>
        <p:nvSpPr>
          <p:cNvPr id="6" name="Text Placeholder 5"/>
          <p:cNvSpPr>
            <a:spLocks noGrp="1"/>
          </p:cNvSpPr>
          <p:nvPr>
            <p:ph type="body" sz="quarter" idx="17" hasCustomPrompt="1"/>
          </p:nvPr>
        </p:nvSpPr>
        <p:spPr>
          <a:xfrm>
            <a:off x="19825244" y="3761656"/>
            <a:ext cx="3455988" cy="7560839"/>
          </a:xfrm>
        </p:spPr>
        <p:txBody>
          <a:bodyPr anchor="b">
            <a:normAutofit/>
          </a:bodyPr>
          <a:lstStyle>
            <a:lvl1pPr marL="0" indent="0">
              <a:buNone/>
              <a:defRPr sz="3000"/>
            </a:lvl1pPr>
          </a:lstStyle>
          <a:p>
            <a:pPr lvl="0"/>
            <a:r>
              <a:rPr lang="en-CA" dirty="0"/>
              <a:t>Graph information etc.</a:t>
            </a:r>
            <a:endParaRPr lang="en-US" dirty="0"/>
          </a:p>
        </p:txBody>
      </p:sp>
      <p:sp>
        <p:nvSpPr>
          <p:cNvPr id="5" name="Title 4"/>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08843451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Growth Chart&quot;">
    <p:spTree>
      <p:nvGrpSpPr>
        <p:cNvPr id="1" name=""/>
        <p:cNvGrpSpPr/>
        <p:nvPr/>
      </p:nvGrpSpPr>
      <p:grpSpPr>
        <a:xfrm>
          <a:off x="0" y="0"/>
          <a:ext cx="0" cy="0"/>
          <a:chOff x="0" y="0"/>
          <a:chExt cx="0" cy="0"/>
        </a:xfrm>
      </p:grpSpPr>
      <p:sp>
        <p:nvSpPr>
          <p:cNvPr id="26" name="Oval 25"/>
          <p:cNvSpPr/>
          <p:nvPr userDrawn="1"/>
        </p:nvSpPr>
        <p:spPr bwMode="auto">
          <a:xfrm>
            <a:off x="18497539" y="2969866"/>
            <a:ext cx="3888134" cy="3888134"/>
          </a:xfrm>
          <a:prstGeom prst="ellipse">
            <a:avLst/>
          </a:prstGeom>
          <a:solidFill>
            <a:schemeClr val="accent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 name="Title 1"/>
          <p:cNvSpPr>
            <a:spLocks noGrp="1"/>
          </p:cNvSpPr>
          <p:nvPr>
            <p:ph type="title"/>
          </p:nvPr>
        </p:nvSpPr>
        <p:spPr/>
        <p:txBody>
          <a:bodyPr/>
          <a:lstStyle/>
          <a:p>
            <a:r>
              <a:rPr lang="en-CA"/>
              <a:t>Click to edit Master title style</a:t>
            </a:r>
            <a:endParaRPr lang="en-US"/>
          </a:p>
        </p:txBody>
      </p:sp>
      <p:sp>
        <p:nvSpPr>
          <p:cNvPr id="3" name="Footer Placeholder 2"/>
          <p:cNvSpPr>
            <a:spLocks noGrp="1"/>
          </p:cNvSpPr>
          <p:nvPr>
            <p:ph type="ftr" sz="quarter" idx="10"/>
          </p:nvPr>
        </p:nvSpPr>
        <p:spPr/>
        <p:txBody>
          <a:bodyPr/>
          <a:lstStyle/>
          <a:p>
            <a:r>
              <a:rPr lang="nl-NL"/>
              <a:t>Footer text</a:t>
            </a:r>
            <a:endParaRPr lang="en-US" dirty="0"/>
          </a:p>
        </p:txBody>
      </p:sp>
      <p:sp>
        <p:nvSpPr>
          <p:cNvPr id="4" name="Text Placeholder 9"/>
          <p:cNvSpPr>
            <a:spLocks noGrp="1"/>
          </p:cNvSpPr>
          <p:nvPr>
            <p:ph type="body" sz="quarter" idx="11" hasCustomPrompt="1"/>
          </p:nvPr>
        </p:nvSpPr>
        <p:spPr>
          <a:xfrm rot="16200000">
            <a:off x="-1527349" y="7334039"/>
            <a:ext cx="5754478" cy="638260"/>
          </a:xfrm>
          <a:prstGeom prst="rect">
            <a:avLst/>
          </a:prstGeom>
        </p:spPr>
        <p:txBody>
          <a:bodyPr vert="horz" lIns="180803" tIns="0" bIns="0" anchor="t">
            <a:normAutofit/>
          </a:bodyPr>
          <a:lstStyle>
            <a:lvl1pPr marL="0" indent="0" algn="ctr">
              <a:buNone/>
              <a:defRPr sz="2500" b="0" i="0" baseline="0">
                <a:solidFill>
                  <a:schemeClr val="tx1"/>
                </a:solidFill>
                <a:latin typeface="Arial Regular" charset="0"/>
                <a:cs typeface="Arial Regular" charset="0"/>
              </a:defRPr>
            </a:lvl1pPr>
            <a:lvl2pPr algn="l">
              <a:defRPr sz="3300">
                <a:solidFill>
                  <a:srgbClr val="636466"/>
                </a:solidFill>
                <a:latin typeface="Calibri"/>
                <a:cs typeface="Calibri"/>
              </a:defRPr>
            </a:lvl2pPr>
            <a:lvl3pPr algn="l">
              <a:defRPr/>
            </a:lvl3pPr>
            <a:lvl4pPr algn="l">
              <a:defRPr/>
            </a:lvl4pPr>
            <a:lvl5pPr algn="l">
              <a:defRPr/>
            </a:lvl5pPr>
          </a:lstStyle>
          <a:p>
            <a:pPr lvl="0"/>
            <a:r>
              <a:rPr lang="en-US" dirty="0"/>
              <a:t>Click to edit axis</a:t>
            </a:r>
          </a:p>
        </p:txBody>
      </p:sp>
      <p:sp>
        <p:nvSpPr>
          <p:cNvPr id="5" name="Text Placeholder 9"/>
          <p:cNvSpPr>
            <a:spLocks noGrp="1"/>
          </p:cNvSpPr>
          <p:nvPr>
            <p:ph type="body" sz="quarter" idx="13" hasCustomPrompt="1"/>
          </p:nvPr>
        </p:nvSpPr>
        <p:spPr>
          <a:xfrm>
            <a:off x="8447584" y="11754544"/>
            <a:ext cx="7672637" cy="505077"/>
          </a:xfrm>
          <a:prstGeom prst="rect">
            <a:avLst/>
          </a:prstGeom>
        </p:spPr>
        <p:txBody>
          <a:bodyPr vert="horz" lIns="180803" tIns="0" bIns="0" anchor="b">
            <a:normAutofit/>
          </a:bodyPr>
          <a:lstStyle>
            <a:lvl1pPr marL="0" indent="0" algn="ctr">
              <a:buNone/>
              <a:defRPr sz="2500" b="0" i="0" baseline="0">
                <a:solidFill>
                  <a:schemeClr val="tx1"/>
                </a:solidFill>
                <a:latin typeface="Arial Regular" charset="0"/>
                <a:cs typeface="Arial Regular" charset="0"/>
              </a:defRPr>
            </a:lvl1pPr>
            <a:lvl2pPr algn="l">
              <a:defRPr sz="3300">
                <a:solidFill>
                  <a:srgbClr val="636466"/>
                </a:solidFill>
                <a:latin typeface="Calibri"/>
                <a:cs typeface="Calibri"/>
              </a:defRPr>
            </a:lvl2pPr>
            <a:lvl3pPr algn="l">
              <a:defRPr/>
            </a:lvl3pPr>
            <a:lvl4pPr algn="l">
              <a:defRPr/>
            </a:lvl4pPr>
            <a:lvl5pPr algn="l">
              <a:defRPr/>
            </a:lvl5pPr>
          </a:lstStyle>
          <a:p>
            <a:pPr lvl="0"/>
            <a:r>
              <a:rPr lang="en-US" dirty="0"/>
              <a:t>Click to edit axis</a:t>
            </a:r>
          </a:p>
        </p:txBody>
      </p:sp>
      <p:grpSp>
        <p:nvGrpSpPr>
          <p:cNvPr id="14" name="Group 13"/>
          <p:cNvGrpSpPr/>
          <p:nvPr userDrawn="1"/>
        </p:nvGrpSpPr>
        <p:grpSpPr>
          <a:xfrm>
            <a:off x="1661435" y="3473624"/>
            <a:ext cx="21386376" cy="8280920"/>
            <a:chOff x="1661435" y="3473624"/>
            <a:chExt cx="21386376" cy="7670060"/>
          </a:xfrm>
        </p:grpSpPr>
        <p:cxnSp>
          <p:nvCxnSpPr>
            <p:cNvPr id="8" name="Straight Connector 7"/>
            <p:cNvCxnSpPr/>
            <p:nvPr userDrawn="1"/>
          </p:nvCxnSpPr>
          <p:spPr bwMode="auto">
            <a:xfrm>
              <a:off x="1667016" y="3473624"/>
              <a:ext cx="0" cy="7665227"/>
            </a:xfrm>
            <a:prstGeom prst="line">
              <a:avLst/>
            </a:prstGeom>
            <a:blipFill dpi="0" rotWithShape="0">
              <a:blip r:embed="rId2"/>
              <a:srcRect/>
              <a:tile tx="0" ty="0" sx="100000" sy="100000" flip="none" algn="tl"/>
            </a:blipFill>
            <a:ln w="38100" cap="flat" cmpd="sng" algn="ctr">
              <a:solidFill>
                <a:schemeClr val="tx1">
                  <a:lumMod val="50000"/>
                  <a:lumOff val="50000"/>
                </a:schemeClr>
              </a:solidFill>
              <a:prstDash val="solid"/>
              <a:round/>
              <a:headEnd type="triangl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Straight Connector 12"/>
            <p:cNvCxnSpPr/>
            <p:nvPr userDrawn="1"/>
          </p:nvCxnSpPr>
          <p:spPr bwMode="auto">
            <a:xfrm>
              <a:off x="1661435" y="11143684"/>
              <a:ext cx="21386376" cy="0"/>
            </a:xfrm>
            <a:prstGeom prst="line">
              <a:avLst/>
            </a:prstGeom>
            <a:blipFill dpi="0" rotWithShape="0">
              <a:blip r:embed="rId2"/>
              <a:srcRect/>
              <a:tile tx="0" ty="0" sx="100000" sy="100000" flip="none" algn="tl"/>
            </a:blipFill>
            <a:ln w="38100" cap="flat" cmpd="sng" algn="ctr">
              <a:solidFill>
                <a:schemeClr val="tx1">
                  <a:lumMod val="50000"/>
                  <a:lumOff val="50000"/>
                </a:schemeClr>
              </a:solidFill>
              <a:prstDash val="solid"/>
              <a:round/>
              <a:headEnd type="none" w="med" len="med"/>
              <a:tailEnd type="triangl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sp>
        <p:nvSpPr>
          <p:cNvPr id="15" name="Shape 14"/>
          <p:cNvSpPr/>
          <p:nvPr userDrawn="1"/>
        </p:nvSpPr>
        <p:spPr>
          <a:xfrm>
            <a:off x="1678832" y="3185592"/>
            <a:ext cx="16705856" cy="8532439"/>
          </a:xfrm>
          <a:prstGeom prst="swooshArrow">
            <a:avLst>
              <a:gd name="adj1" fmla="val 25000"/>
              <a:gd name="adj2" fmla="val 29078"/>
            </a:avLst>
          </a:prstGeom>
          <a:solidFill>
            <a:schemeClr val="accent1">
              <a:lumMod val="20000"/>
              <a:lumOff val="80000"/>
            </a:schemeClr>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18" name="Text Placeholder 17"/>
          <p:cNvSpPr>
            <a:spLocks noGrp="1"/>
          </p:cNvSpPr>
          <p:nvPr>
            <p:ph type="body" sz="quarter" idx="14"/>
          </p:nvPr>
        </p:nvSpPr>
        <p:spPr>
          <a:xfrm>
            <a:off x="2974976" y="9647969"/>
            <a:ext cx="3816424" cy="1674528"/>
          </a:xfrm>
        </p:spPr>
        <p:txBody>
          <a:bodyPr>
            <a:normAutofit/>
          </a:bodyPr>
          <a:lstStyle>
            <a:lvl1pPr marL="0" indent="0" algn="ctr">
              <a:buNone/>
              <a:defRPr sz="3000"/>
            </a:lvl1pPr>
          </a:lstStyle>
          <a:p>
            <a:pPr lvl="0"/>
            <a:r>
              <a:rPr lang="en-CA" dirty="0"/>
              <a:t>Click to edit Master text</a:t>
            </a:r>
            <a:endParaRPr lang="en-US" dirty="0"/>
          </a:p>
        </p:txBody>
      </p:sp>
      <p:sp>
        <p:nvSpPr>
          <p:cNvPr id="19" name="Oval 18"/>
          <p:cNvSpPr/>
          <p:nvPr userDrawn="1"/>
        </p:nvSpPr>
        <p:spPr bwMode="auto">
          <a:xfrm>
            <a:off x="4613763" y="8375000"/>
            <a:ext cx="576064" cy="576064"/>
          </a:xfrm>
          <a:prstGeom prst="ellipse">
            <a:avLst/>
          </a:prstGeom>
          <a:solidFill>
            <a:schemeClr val="accent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0" name="Text Placeholder 17"/>
          <p:cNvSpPr>
            <a:spLocks noGrp="1"/>
          </p:cNvSpPr>
          <p:nvPr>
            <p:ph type="body" sz="quarter" idx="15"/>
          </p:nvPr>
        </p:nvSpPr>
        <p:spPr>
          <a:xfrm>
            <a:off x="7637609" y="7722097"/>
            <a:ext cx="3816424" cy="1674528"/>
          </a:xfrm>
        </p:spPr>
        <p:txBody>
          <a:bodyPr>
            <a:normAutofit/>
          </a:bodyPr>
          <a:lstStyle>
            <a:lvl1pPr marL="0" indent="0" algn="ctr">
              <a:buNone/>
              <a:defRPr sz="3000"/>
            </a:lvl1pPr>
          </a:lstStyle>
          <a:p>
            <a:pPr lvl="0"/>
            <a:r>
              <a:rPr lang="en-CA" dirty="0"/>
              <a:t>Click to edit Master text</a:t>
            </a:r>
            <a:endParaRPr lang="en-US" dirty="0"/>
          </a:p>
        </p:txBody>
      </p:sp>
      <p:sp>
        <p:nvSpPr>
          <p:cNvPr id="21" name="Oval 20"/>
          <p:cNvSpPr/>
          <p:nvPr userDrawn="1"/>
        </p:nvSpPr>
        <p:spPr bwMode="auto">
          <a:xfrm>
            <a:off x="9103675" y="6169306"/>
            <a:ext cx="882174" cy="882174"/>
          </a:xfrm>
          <a:prstGeom prst="ellipse">
            <a:avLst/>
          </a:prstGeom>
          <a:solidFill>
            <a:schemeClr val="accent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2" name="Text Placeholder 17"/>
          <p:cNvSpPr>
            <a:spLocks noGrp="1"/>
          </p:cNvSpPr>
          <p:nvPr>
            <p:ph type="body" sz="quarter" idx="16"/>
          </p:nvPr>
        </p:nvSpPr>
        <p:spPr>
          <a:xfrm>
            <a:off x="12386908" y="6767649"/>
            <a:ext cx="3816424" cy="1674528"/>
          </a:xfrm>
        </p:spPr>
        <p:txBody>
          <a:bodyPr>
            <a:normAutofit/>
          </a:bodyPr>
          <a:lstStyle>
            <a:lvl1pPr marL="0" indent="0" algn="ctr">
              <a:buNone/>
              <a:defRPr sz="3000"/>
            </a:lvl1pPr>
          </a:lstStyle>
          <a:p>
            <a:pPr lvl="0"/>
            <a:r>
              <a:rPr lang="en-CA" dirty="0"/>
              <a:t>Click to edit Master text</a:t>
            </a:r>
            <a:endParaRPr lang="en-US" dirty="0"/>
          </a:p>
        </p:txBody>
      </p:sp>
      <p:sp>
        <p:nvSpPr>
          <p:cNvPr id="23" name="Oval 22"/>
          <p:cNvSpPr/>
          <p:nvPr userDrawn="1"/>
        </p:nvSpPr>
        <p:spPr bwMode="auto">
          <a:xfrm>
            <a:off x="13647018" y="4880846"/>
            <a:ext cx="1296962" cy="1296962"/>
          </a:xfrm>
          <a:prstGeom prst="ellipse">
            <a:avLst/>
          </a:prstGeom>
          <a:solidFill>
            <a:schemeClr val="accent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4" name="Text Placeholder 17"/>
          <p:cNvSpPr>
            <a:spLocks noGrp="1"/>
          </p:cNvSpPr>
          <p:nvPr>
            <p:ph type="body" sz="quarter" idx="17"/>
          </p:nvPr>
        </p:nvSpPr>
        <p:spPr>
          <a:xfrm>
            <a:off x="18600712" y="3041577"/>
            <a:ext cx="3672408" cy="3744415"/>
          </a:xfrm>
        </p:spPr>
        <p:txBody>
          <a:bodyPr anchor="ctr">
            <a:normAutofit/>
          </a:bodyPr>
          <a:lstStyle>
            <a:lvl1pPr marL="0" indent="0" algn="ctr">
              <a:buNone/>
              <a:defRPr sz="3500" b="1">
                <a:solidFill>
                  <a:schemeClr val="bg1"/>
                </a:solidFill>
              </a:defRPr>
            </a:lvl1pPr>
          </a:lstStyle>
          <a:p>
            <a:pPr lvl="0"/>
            <a:r>
              <a:rPr lang="en-CA" dirty="0"/>
              <a:t>Click to edit Master text</a:t>
            </a:r>
            <a:endParaRPr lang="en-US" dirty="0"/>
          </a:p>
        </p:txBody>
      </p:sp>
    </p:spTree>
    <p:extLst>
      <p:ext uri="{BB962C8B-B14F-4D97-AF65-F5344CB8AC3E}">
        <p14:creationId xmlns:p14="http://schemas.microsoft.com/office/powerpoint/2010/main" val="11344733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Opt 1">
    <p:spTree>
      <p:nvGrpSpPr>
        <p:cNvPr id="1" name=""/>
        <p:cNvGrpSpPr/>
        <p:nvPr/>
      </p:nvGrpSpPr>
      <p:grpSpPr>
        <a:xfrm>
          <a:off x="0" y="0"/>
          <a:ext cx="0" cy="0"/>
          <a:chOff x="0" y="0"/>
          <a:chExt cx="0" cy="0"/>
        </a:xfrm>
      </p:grpSpPr>
      <p:pic>
        <p:nvPicPr>
          <p:cNvPr id="12" name="Picture Placeholder 8" descr="Girl.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5040706"/>
            <a:ext cx="24384000" cy="8729583"/>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6" name="TextBox 15"/>
          <p:cNvSpPr txBox="1"/>
          <p:nvPr userDrawn="1"/>
        </p:nvSpPr>
        <p:spPr>
          <a:xfrm>
            <a:off x="21120992" y="13010618"/>
            <a:ext cx="2581156" cy="400110"/>
          </a:xfrm>
          <a:prstGeom prst="rect">
            <a:avLst/>
          </a:prstGeom>
          <a:noFill/>
        </p:spPr>
        <p:txBody>
          <a:bodyPr wrap="none" rtlCol="0">
            <a:spAutoFit/>
          </a:bodyPr>
          <a:lstStyle/>
          <a:p>
            <a:r>
              <a:rPr lang="en-US" sz="2000" b="1" dirty="0">
                <a:solidFill>
                  <a:srgbClr val="FFFFFF"/>
                </a:solidFill>
                <a:effectLst>
                  <a:outerShdw blurRad="552450" dir="2700000" sx="20000" sy="20000" algn="tl" rotWithShape="0">
                    <a:srgbClr val="000000"/>
                  </a:outerShdw>
                </a:effectLst>
                <a:latin typeface="Arial"/>
                <a:cs typeface="Arial"/>
              </a:rPr>
              <a:t>© 2018 PerkinElmer</a:t>
            </a:r>
          </a:p>
        </p:txBody>
      </p:sp>
    </p:spTree>
    <p:extLst>
      <p:ext uri="{BB962C8B-B14F-4D97-AF65-F5344CB8AC3E}">
        <p14:creationId xmlns:p14="http://schemas.microsoft.com/office/powerpoint/2010/main" val="37872422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ver Opt 2">
    <p:spTree>
      <p:nvGrpSpPr>
        <p:cNvPr id="1" name=""/>
        <p:cNvGrpSpPr/>
        <p:nvPr/>
      </p:nvGrpSpPr>
      <p:grpSpPr>
        <a:xfrm>
          <a:off x="0" y="0"/>
          <a:ext cx="0" cy="0"/>
          <a:chOff x="0" y="0"/>
          <a:chExt cx="0" cy="0"/>
        </a:xfrm>
      </p:grpSpPr>
      <p:pic>
        <p:nvPicPr>
          <p:cNvPr id="16" name="Picture Placeholder 10" descr="Globe Moss.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5040706"/>
            <a:ext cx="24384000" cy="8729583"/>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2" name="TextBox 11"/>
          <p:cNvSpPr txBox="1"/>
          <p:nvPr userDrawn="1"/>
        </p:nvSpPr>
        <p:spPr>
          <a:xfrm>
            <a:off x="21120992" y="13010618"/>
            <a:ext cx="2581156" cy="400110"/>
          </a:xfrm>
          <a:prstGeom prst="rect">
            <a:avLst/>
          </a:prstGeom>
          <a:noFill/>
        </p:spPr>
        <p:txBody>
          <a:bodyPr wrap="none" rtlCol="0">
            <a:spAutoFit/>
          </a:bodyPr>
          <a:lstStyle/>
          <a:p>
            <a:r>
              <a:rPr lang="en-US" sz="2000" b="1" dirty="0">
                <a:solidFill>
                  <a:srgbClr val="FFFFFF"/>
                </a:solidFill>
                <a:effectLst>
                  <a:outerShdw blurRad="552450" dir="2700000" sx="20000" sy="20000" algn="tl" rotWithShape="0">
                    <a:srgbClr val="000000"/>
                  </a:outerShdw>
                </a:effectLst>
                <a:latin typeface="Arial"/>
                <a:cs typeface="Arial"/>
              </a:rPr>
              <a:t>© 2018 PerkinElmer</a:t>
            </a:r>
          </a:p>
        </p:txBody>
      </p:sp>
    </p:spTree>
    <p:extLst>
      <p:ext uri="{BB962C8B-B14F-4D97-AF65-F5344CB8AC3E}">
        <p14:creationId xmlns:p14="http://schemas.microsoft.com/office/powerpoint/2010/main" val="111028146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Opt 3">
    <p:spTree>
      <p:nvGrpSpPr>
        <p:cNvPr id="1" name=""/>
        <p:cNvGrpSpPr/>
        <p:nvPr/>
      </p:nvGrpSpPr>
      <p:grpSpPr>
        <a:xfrm>
          <a:off x="0" y="0"/>
          <a:ext cx="0" cy="0"/>
          <a:chOff x="0" y="0"/>
          <a:chExt cx="0" cy="0"/>
        </a:xfrm>
      </p:grpSpPr>
      <p:pic>
        <p:nvPicPr>
          <p:cNvPr id="16" name="Picture Placeholder 13" descr="Globe Water.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5040706"/>
            <a:ext cx="24384000" cy="8729583"/>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2" name="TextBox 11"/>
          <p:cNvSpPr txBox="1"/>
          <p:nvPr userDrawn="1"/>
        </p:nvSpPr>
        <p:spPr>
          <a:xfrm>
            <a:off x="21120992" y="13010618"/>
            <a:ext cx="2581156" cy="400110"/>
          </a:xfrm>
          <a:prstGeom prst="rect">
            <a:avLst/>
          </a:prstGeom>
          <a:noFill/>
        </p:spPr>
        <p:txBody>
          <a:bodyPr wrap="none" rtlCol="0">
            <a:spAutoFit/>
          </a:bodyPr>
          <a:lstStyle/>
          <a:p>
            <a:r>
              <a:rPr lang="en-US" sz="2000" b="1" dirty="0">
                <a:solidFill>
                  <a:srgbClr val="131313"/>
                </a:solidFill>
                <a:effectLst>
                  <a:outerShdw blurRad="552450" dir="2700000" sx="20000" sy="20000" algn="tl" rotWithShape="0">
                    <a:srgbClr val="000000"/>
                  </a:outerShdw>
                </a:effectLst>
                <a:latin typeface="Arial"/>
                <a:cs typeface="Arial"/>
              </a:rPr>
              <a:t>© 2018 PerkinElmer</a:t>
            </a:r>
          </a:p>
        </p:txBody>
      </p:sp>
    </p:spTree>
    <p:extLst>
      <p:ext uri="{BB962C8B-B14F-4D97-AF65-F5344CB8AC3E}">
        <p14:creationId xmlns:p14="http://schemas.microsoft.com/office/powerpoint/2010/main" val="93030417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ver Opt 2">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4995296"/>
            <a:ext cx="24386192" cy="8720704"/>
          </a:xfrm>
          <a:prstGeom prst="rect">
            <a:avLst/>
          </a:prstGeom>
        </p:spPr>
      </p:pic>
      <p:pic>
        <p:nvPicPr>
          <p:cNvPr id="3" name="Picture 1"/>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12" name="TextBox 11"/>
          <p:cNvSpPr txBox="1"/>
          <p:nvPr userDrawn="1"/>
        </p:nvSpPr>
        <p:spPr>
          <a:xfrm>
            <a:off x="21120992" y="13010618"/>
            <a:ext cx="2581156" cy="400110"/>
          </a:xfrm>
          <a:prstGeom prst="rect">
            <a:avLst/>
          </a:prstGeom>
          <a:noFill/>
        </p:spPr>
        <p:txBody>
          <a:bodyPr wrap="none" rtlCol="0">
            <a:spAutoFit/>
          </a:bodyPr>
          <a:lstStyle/>
          <a:p>
            <a:r>
              <a:rPr lang="en-US" sz="2000" b="1" dirty="0">
                <a:solidFill>
                  <a:srgbClr val="FFFFFF"/>
                </a:solidFill>
                <a:effectLst>
                  <a:outerShdw blurRad="552450" dir="2700000" sx="20000" sy="20000" algn="tl" rotWithShape="0">
                    <a:srgbClr val="000000"/>
                  </a:outerShdw>
                </a:effectLst>
                <a:latin typeface="Arial"/>
                <a:cs typeface="Arial"/>
              </a:rPr>
              <a:t>© 2018 PerkinElmer</a:t>
            </a:r>
          </a:p>
        </p:txBody>
      </p:sp>
    </p:spTree>
    <p:extLst>
      <p:ext uri="{BB962C8B-B14F-4D97-AF65-F5344CB8AC3E}">
        <p14:creationId xmlns:p14="http://schemas.microsoft.com/office/powerpoint/2010/main" val="230690030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ver Opt 3">
    <p:spTree>
      <p:nvGrpSpPr>
        <p:cNvPr id="1" name=""/>
        <p:cNvGrpSpPr/>
        <p:nvPr/>
      </p:nvGrpSpPr>
      <p:grpSpPr>
        <a:xfrm>
          <a:off x="0" y="0"/>
          <a:ext cx="0" cy="0"/>
          <a:chOff x="0" y="0"/>
          <a:chExt cx="0" cy="0"/>
        </a:xfrm>
      </p:grpSpPr>
      <p:pic>
        <p:nvPicPr>
          <p:cNvPr id="3" name="Picture 1"/>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8172113" y="1276350"/>
            <a:ext cx="4675187"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1" name="Title 10"/>
          <p:cNvSpPr>
            <a:spLocks noGrp="1"/>
          </p:cNvSpPr>
          <p:nvPr>
            <p:ph type="title" hasCustomPrompt="1"/>
          </p:nvPr>
        </p:nvSpPr>
        <p:spPr>
          <a:xfrm>
            <a:off x="1030760" y="768730"/>
            <a:ext cx="15985776" cy="1480757"/>
          </a:xfrm>
          <a:prstGeom prst="rect">
            <a:avLst/>
          </a:prstGeom>
        </p:spPr>
        <p:txBody>
          <a:bodyPr vert="horz" anchor="b"/>
          <a:lstStyle>
            <a:lvl1pPr algn="l">
              <a:defRPr sz="8000" b="1" i="0">
                <a:solidFill>
                  <a:srgbClr val="89BF27"/>
                </a:solidFill>
                <a:latin typeface="Arial Regular" charset="0"/>
                <a:cs typeface="Arial Regular" charset="0"/>
              </a:defRPr>
            </a:lvl1pPr>
          </a:lstStyle>
          <a:p>
            <a:r>
              <a:rPr lang="en-CA" dirty="0"/>
              <a:t>Presentation title</a:t>
            </a:r>
            <a:endParaRPr lang="en-US" dirty="0"/>
          </a:p>
        </p:txBody>
      </p:sp>
      <p:sp>
        <p:nvSpPr>
          <p:cNvPr id="13" name="Text Placeholder 12"/>
          <p:cNvSpPr>
            <a:spLocks noGrp="1"/>
          </p:cNvSpPr>
          <p:nvPr>
            <p:ph type="body" sz="quarter" idx="10" hasCustomPrompt="1"/>
          </p:nvPr>
        </p:nvSpPr>
        <p:spPr>
          <a:xfrm>
            <a:off x="1030288" y="2105472"/>
            <a:ext cx="15986125" cy="830028"/>
          </a:xfrm>
          <a:prstGeom prst="rect">
            <a:avLst/>
          </a:prstGeom>
        </p:spPr>
        <p:txBody>
          <a:bodyPr vert="horz"/>
          <a:lstStyle>
            <a:lvl1pPr marL="0" indent="0" algn="l">
              <a:buNone/>
              <a:defRPr sz="45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Presentation subtitle</a:t>
            </a:r>
            <a:endParaRPr lang="en-US" dirty="0"/>
          </a:p>
        </p:txBody>
      </p:sp>
      <p:sp>
        <p:nvSpPr>
          <p:cNvPr id="14" name="Text Placeholder 12"/>
          <p:cNvSpPr>
            <a:spLocks noGrp="1"/>
          </p:cNvSpPr>
          <p:nvPr>
            <p:ph type="body" sz="quarter" idx="11" hasCustomPrompt="1"/>
          </p:nvPr>
        </p:nvSpPr>
        <p:spPr>
          <a:xfrm>
            <a:off x="1030288" y="3257600"/>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Presenter</a:t>
            </a:r>
            <a:endParaRPr lang="en-US" dirty="0"/>
          </a:p>
        </p:txBody>
      </p:sp>
      <p:sp>
        <p:nvSpPr>
          <p:cNvPr id="15" name="Text Placeholder 12"/>
          <p:cNvSpPr>
            <a:spLocks noGrp="1"/>
          </p:cNvSpPr>
          <p:nvPr>
            <p:ph type="body" sz="quarter" idx="12" hasCustomPrompt="1"/>
          </p:nvPr>
        </p:nvSpPr>
        <p:spPr>
          <a:xfrm>
            <a:off x="1030288" y="3761656"/>
            <a:ext cx="15986125" cy="596379"/>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Date</a:t>
            </a:r>
            <a:endParaRPr lang="en-US" dirty="0"/>
          </a:p>
        </p:txBody>
      </p:sp>
      <p:sp>
        <p:nvSpPr>
          <p:cNvPr id="2" name="Rectangle 1"/>
          <p:cNvSpPr/>
          <p:nvPr userDrawn="1"/>
        </p:nvSpPr>
        <p:spPr bwMode="auto">
          <a:xfrm>
            <a:off x="21841072" y="12690648"/>
            <a:ext cx="1784155" cy="914400"/>
          </a:xfrm>
          <a:prstGeom prst="rect">
            <a:avLst/>
          </a:prstGeom>
          <a:solidFill>
            <a:schemeClr val="bg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GB"/>
          </a:p>
        </p:txBody>
      </p:sp>
      <p:sp>
        <p:nvSpPr>
          <p:cNvPr id="12" name="TextBox 11"/>
          <p:cNvSpPr txBox="1"/>
          <p:nvPr userDrawn="1"/>
        </p:nvSpPr>
        <p:spPr>
          <a:xfrm>
            <a:off x="21120992" y="13010618"/>
            <a:ext cx="2581156" cy="400110"/>
          </a:xfrm>
          <a:prstGeom prst="rect">
            <a:avLst/>
          </a:prstGeom>
          <a:noFill/>
        </p:spPr>
        <p:txBody>
          <a:bodyPr wrap="none" rtlCol="0">
            <a:spAutoFit/>
          </a:bodyPr>
          <a:lstStyle/>
          <a:p>
            <a:r>
              <a:rPr lang="en-US" sz="2000" b="1" dirty="0">
                <a:solidFill>
                  <a:srgbClr val="131313"/>
                </a:solidFill>
                <a:effectLst>
                  <a:outerShdw blurRad="552450" dir="2700000" sx="20000" sy="20000" algn="tl" rotWithShape="0">
                    <a:srgbClr val="000000"/>
                  </a:outerShdw>
                </a:effectLst>
                <a:latin typeface="Arial"/>
                <a:cs typeface="Arial"/>
              </a:rPr>
              <a:t>© 2018 PerkinElmer</a:t>
            </a:r>
          </a:p>
        </p:txBody>
      </p:sp>
    </p:spTree>
    <p:extLst>
      <p:ext uri="{BB962C8B-B14F-4D97-AF65-F5344CB8AC3E}">
        <p14:creationId xmlns:p14="http://schemas.microsoft.com/office/powerpoint/2010/main" val="3053238655"/>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Divider (Family)">
    <p:spTree>
      <p:nvGrpSpPr>
        <p:cNvPr id="1" name=""/>
        <p:cNvGrpSpPr/>
        <p:nvPr/>
      </p:nvGrpSpPr>
      <p:grpSpPr>
        <a:xfrm>
          <a:off x="0" y="0"/>
          <a:ext cx="0" cy="0"/>
          <a:chOff x="0" y="0"/>
          <a:chExt cx="0" cy="0"/>
        </a:xfrm>
      </p:grpSpPr>
      <p:pic>
        <p:nvPicPr>
          <p:cNvPr id="5" name="Picture 4" descr="pics_0000_Untitled.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24384000" cy="8730208"/>
          </a:xfrm>
          <a:prstGeom prst="rect">
            <a:avLst/>
          </a:prstGeom>
        </p:spPr>
      </p:pic>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spTree>
    <p:extLst>
      <p:ext uri="{BB962C8B-B14F-4D97-AF65-F5344CB8AC3E}">
        <p14:creationId xmlns:p14="http://schemas.microsoft.com/office/powerpoint/2010/main" val="275612226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Divider (Energy)">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pic>
        <p:nvPicPr>
          <p:cNvPr id="4" name="Picture Placeholder 9" descr="Wind Turbines.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24384000" cy="8729583"/>
          </a:xfrm>
          <a:prstGeom prst="rect">
            <a:avLst/>
          </a:prstGeom>
        </p:spPr>
      </p:pic>
    </p:spTree>
    <p:extLst>
      <p:ext uri="{BB962C8B-B14F-4D97-AF65-F5344CB8AC3E}">
        <p14:creationId xmlns:p14="http://schemas.microsoft.com/office/powerpoint/2010/main" val="309467940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Divider (Medical Research)">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pic>
        <p:nvPicPr>
          <p:cNvPr id="5" name="Picture Placeholder 3" descr="Lab Testing.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24384000" cy="8729583"/>
          </a:xfrm>
          <a:prstGeom prst="rect">
            <a:avLst/>
          </a:prstGeom>
        </p:spPr>
      </p:pic>
    </p:spTree>
    <p:extLst>
      <p:ext uri="{BB962C8B-B14F-4D97-AF65-F5344CB8AC3E}">
        <p14:creationId xmlns:p14="http://schemas.microsoft.com/office/powerpoint/2010/main" val="2358488129"/>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Divider (Pharma)">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pic>
        <p:nvPicPr>
          <p:cNvPr id="5" name="Picture Placeholder 7" descr="Pharma.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24384000" cy="8729583"/>
          </a:xfrm>
          <a:prstGeom prst="rect">
            <a:avLst/>
          </a:prstGeom>
        </p:spPr>
      </p:pic>
    </p:spTree>
    <p:extLst>
      <p:ext uri="{BB962C8B-B14F-4D97-AF65-F5344CB8AC3E}">
        <p14:creationId xmlns:p14="http://schemas.microsoft.com/office/powerpoint/2010/main" val="1100765138"/>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Divider (Custom)">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10364162"/>
            <a:ext cx="22322480" cy="1480757"/>
          </a:xfrm>
          <a:prstGeom prst="rect">
            <a:avLst/>
          </a:prstGeom>
        </p:spPr>
        <p:txBody>
          <a:bodyPr vert="horz" anchor="ctr">
            <a:normAutofit/>
          </a:bodyPr>
          <a:lstStyle>
            <a:lvl1pPr algn="l">
              <a:defRPr sz="6000" b="1" i="0">
                <a:solidFill>
                  <a:srgbClr val="89BF27"/>
                </a:solidFill>
                <a:latin typeface="Arial Regular" charset="0"/>
                <a:cs typeface="Arial Regular" charset="0"/>
              </a:defRPr>
            </a:lvl1pPr>
          </a:lstStyle>
          <a:p>
            <a:r>
              <a:rPr lang="en-CA" dirty="0"/>
              <a:t>Section title</a:t>
            </a:r>
            <a:endParaRPr lang="en-US" dirty="0"/>
          </a:p>
        </p:txBody>
      </p:sp>
      <p:sp>
        <p:nvSpPr>
          <p:cNvPr id="4" name="Picture Placeholder 3"/>
          <p:cNvSpPr>
            <a:spLocks noGrp="1"/>
          </p:cNvSpPr>
          <p:nvPr>
            <p:ph type="pic" sz="quarter" idx="10"/>
          </p:nvPr>
        </p:nvSpPr>
        <p:spPr>
          <a:xfrm>
            <a:off x="0" y="0"/>
            <a:ext cx="24384000" cy="8729583"/>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77577342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1030760" y="8730208"/>
            <a:ext cx="22322480" cy="1480757"/>
          </a:xfrm>
          <a:prstGeom prst="rect">
            <a:avLst/>
          </a:prstGeom>
        </p:spPr>
        <p:txBody>
          <a:bodyPr vert="horz" anchor="ctr">
            <a:normAutofit/>
          </a:bodyPr>
          <a:lstStyle>
            <a:lvl1pPr algn="l">
              <a:defRPr sz="6000" b="0" i="0">
                <a:solidFill>
                  <a:srgbClr val="89BF27"/>
                </a:solidFill>
                <a:latin typeface="Arial Regular" charset="0"/>
                <a:cs typeface="Arial Regular" charset="0"/>
              </a:defRPr>
            </a:lvl1pPr>
          </a:lstStyle>
          <a:p>
            <a:r>
              <a:rPr lang="en-CA" dirty="0"/>
              <a:t>Thank you message</a:t>
            </a:r>
            <a:endParaRPr lang="en-US" dirty="0"/>
          </a:p>
        </p:txBody>
      </p:sp>
      <p:sp>
        <p:nvSpPr>
          <p:cNvPr id="18" name="Text Placeholder 12"/>
          <p:cNvSpPr>
            <a:spLocks noGrp="1"/>
          </p:cNvSpPr>
          <p:nvPr>
            <p:ph type="body" sz="quarter" idx="12" hasCustomPrompt="1"/>
          </p:nvPr>
        </p:nvSpPr>
        <p:spPr>
          <a:xfrm>
            <a:off x="1030289" y="10962456"/>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Position</a:t>
            </a:r>
            <a:endParaRPr lang="en-US" dirty="0"/>
          </a:p>
        </p:txBody>
      </p:sp>
      <p:sp>
        <p:nvSpPr>
          <p:cNvPr id="19" name="Text Placeholder 12"/>
          <p:cNvSpPr>
            <a:spLocks noGrp="1"/>
          </p:cNvSpPr>
          <p:nvPr>
            <p:ph type="body" sz="quarter" idx="13" hasCustomPrompt="1"/>
          </p:nvPr>
        </p:nvSpPr>
        <p:spPr>
          <a:xfrm>
            <a:off x="1030289" y="10386392"/>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Name Surname</a:t>
            </a:r>
            <a:endParaRPr lang="en-US" dirty="0"/>
          </a:p>
        </p:txBody>
      </p:sp>
      <p:sp>
        <p:nvSpPr>
          <p:cNvPr id="20" name="Text Placeholder 12"/>
          <p:cNvSpPr>
            <a:spLocks noGrp="1"/>
          </p:cNvSpPr>
          <p:nvPr>
            <p:ph type="body" sz="quarter" idx="14" hasCustomPrompt="1"/>
          </p:nvPr>
        </p:nvSpPr>
        <p:spPr>
          <a:xfrm>
            <a:off x="1030289" y="11505097"/>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Email</a:t>
            </a:r>
            <a:endParaRPr lang="en-US" dirty="0"/>
          </a:p>
        </p:txBody>
      </p:sp>
      <p:sp>
        <p:nvSpPr>
          <p:cNvPr id="21" name="Text Placeholder 12"/>
          <p:cNvSpPr>
            <a:spLocks noGrp="1"/>
          </p:cNvSpPr>
          <p:nvPr>
            <p:ph type="body" sz="quarter" idx="15" hasCustomPrompt="1"/>
          </p:nvPr>
        </p:nvSpPr>
        <p:spPr>
          <a:xfrm>
            <a:off x="1030289" y="12037414"/>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Number</a:t>
            </a:r>
            <a:endParaRPr lang="en-US" dirty="0"/>
          </a:p>
        </p:txBody>
      </p:sp>
      <p:sp>
        <p:nvSpPr>
          <p:cNvPr id="22" name="Text Placeholder 12"/>
          <p:cNvSpPr>
            <a:spLocks noGrp="1"/>
          </p:cNvSpPr>
          <p:nvPr>
            <p:ph type="body" sz="quarter" idx="16" hasCustomPrompt="1"/>
          </p:nvPr>
        </p:nvSpPr>
        <p:spPr>
          <a:xfrm>
            <a:off x="9167664" y="10962456"/>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Position</a:t>
            </a:r>
            <a:endParaRPr lang="en-US" dirty="0"/>
          </a:p>
        </p:txBody>
      </p:sp>
      <p:sp>
        <p:nvSpPr>
          <p:cNvPr id="23" name="Text Placeholder 12"/>
          <p:cNvSpPr>
            <a:spLocks noGrp="1"/>
          </p:cNvSpPr>
          <p:nvPr>
            <p:ph type="body" sz="quarter" idx="17" hasCustomPrompt="1"/>
          </p:nvPr>
        </p:nvSpPr>
        <p:spPr>
          <a:xfrm>
            <a:off x="9167664" y="10386392"/>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Name Surname</a:t>
            </a:r>
            <a:endParaRPr lang="en-US" dirty="0"/>
          </a:p>
        </p:txBody>
      </p:sp>
      <p:sp>
        <p:nvSpPr>
          <p:cNvPr id="24" name="Text Placeholder 12"/>
          <p:cNvSpPr>
            <a:spLocks noGrp="1"/>
          </p:cNvSpPr>
          <p:nvPr>
            <p:ph type="body" sz="quarter" idx="18" hasCustomPrompt="1"/>
          </p:nvPr>
        </p:nvSpPr>
        <p:spPr>
          <a:xfrm>
            <a:off x="9167664" y="11505097"/>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Email</a:t>
            </a:r>
            <a:endParaRPr lang="en-US" dirty="0"/>
          </a:p>
        </p:txBody>
      </p:sp>
      <p:sp>
        <p:nvSpPr>
          <p:cNvPr id="25" name="Text Placeholder 12"/>
          <p:cNvSpPr>
            <a:spLocks noGrp="1"/>
          </p:cNvSpPr>
          <p:nvPr>
            <p:ph type="body" sz="quarter" idx="19" hasCustomPrompt="1"/>
          </p:nvPr>
        </p:nvSpPr>
        <p:spPr>
          <a:xfrm>
            <a:off x="9167664" y="12037414"/>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Number</a:t>
            </a:r>
            <a:endParaRPr lang="en-US" dirty="0"/>
          </a:p>
        </p:txBody>
      </p:sp>
      <p:sp>
        <p:nvSpPr>
          <p:cNvPr id="26" name="Text Placeholder 12"/>
          <p:cNvSpPr>
            <a:spLocks noGrp="1"/>
          </p:cNvSpPr>
          <p:nvPr>
            <p:ph type="body" sz="quarter" idx="20" hasCustomPrompt="1"/>
          </p:nvPr>
        </p:nvSpPr>
        <p:spPr>
          <a:xfrm>
            <a:off x="17232560" y="10962456"/>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Position</a:t>
            </a:r>
            <a:endParaRPr lang="en-US" dirty="0"/>
          </a:p>
        </p:txBody>
      </p:sp>
      <p:sp>
        <p:nvSpPr>
          <p:cNvPr id="27" name="Text Placeholder 12"/>
          <p:cNvSpPr>
            <a:spLocks noGrp="1"/>
          </p:cNvSpPr>
          <p:nvPr>
            <p:ph type="body" sz="quarter" idx="21" hasCustomPrompt="1"/>
          </p:nvPr>
        </p:nvSpPr>
        <p:spPr>
          <a:xfrm>
            <a:off x="17232560" y="10386392"/>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Name Surname</a:t>
            </a:r>
            <a:endParaRPr lang="en-US" dirty="0"/>
          </a:p>
        </p:txBody>
      </p:sp>
      <p:sp>
        <p:nvSpPr>
          <p:cNvPr id="28" name="Text Placeholder 12"/>
          <p:cNvSpPr>
            <a:spLocks noGrp="1"/>
          </p:cNvSpPr>
          <p:nvPr>
            <p:ph type="body" sz="quarter" idx="22" hasCustomPrompt="1"/>
          </p:nvPr>
        </p:nvSpPr>
        <p:spPr>
          <a:xfrm>
            <a:off x="17232560" y="11505097"/>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Email</a:t>
            </a:r>
            <a:endParaRPr lang="en-US" dirty="0"/>
          </a:p>
        </p:txBody>
      </p:sp>
      <p:sp>
        <p:nvSpPr>
          <p:cNvPr id="29" name="Text Placeholder 12"/>
          <p:cNvSpPr>
            <a:spLocks noGrp="1"/>
          </p:cNvSpPr>
          <p:nvPr>
            <p:ph type="body" sz="quarter" idx="23" hasCustomPrompt="1"/>
          </p:nvPr>
        </p:nvSpPr>
        <p:spPr>
          <a:xfrm>
            <a:off x="17232560" y="12037414"/>
            <a:ext cx="6121152" cy="524371"/>
          </a:xfrm>
          <a:prstGeom prst="rect">
            <a:avLst/>
          </a:prstGeom>
        </p:spPr>
        <p:txBody>
          <a:bodyPr vert="horz"/>
          <a:lstStyle>
            <a:lvl1pPr marL="0" indent="0" algn="l">
              <a:buNone/>
              <a:defRPr sz="3000" b="0" i="0">
                <a:latin typeface="Arial Regular" charset="0"/>
                <a:cs typeface="Arial Regular" charset="0"/>
              </a:defRPr>
            </a:lvl1pPr>
            <a:lvl2pPr algn="l">
              <a:defRPr sz="4500">
                <a:latin typeface="Century Gothic"/>
                <a:cs typeface="Century Gothic"/>
              </a:defRPr>
            </a:lvl2pPr>
            <a:lvl3pPr algn="l">
              <a:defRPr sz="4500">
                <a:latin typeface="Century Gothic"/>
                <a:cs typeface="Century Gothic"/>
              </a:defRPr>
            </a:lvl3pPr>
            <a:lvl4pPr algn="l">
              <a:defRPr sz="4500">
                <a:latin typeface="Century Gothic"/>
                <a:cs typeface="Century Gothic"/>
              </a:defRPr>
            </a:lvl4pPr>
            <a:lvl5pPr algn="l">
              <a:defRPr sz="4500">
                <a:latin typeface="Century Gothic"/>
                <a:cs typeface="Century Gothic"/>
              </a:defRPr>
            </a:lvl5pPr>
          </a:lstStyle>
          <a:p>
            <a:pPr lvl="0"/>
            <a:r>
              <a:rPr lang="en-CA" dirty="0"/>
              <a:t>Number</a:t>
            </a:r>
            <a:endParaRPr lang="en-US" dirty="0"/>
          </a:p>
        </p:txBody>
      </p:sp>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0"/>
            <a:ext cx="24384000" cy="8678779"/>
          </a:xfrm>
          <a:prstGeom prst="rect">
            <a:avLst/>
          </a:prstGeom>
        </p:spPr>
      </p:pic>
    </p:spTree>
    <p:extLst>
      <p:ext uri="{BB962C8B-B14F-4D97-AF65-F5344CB8AC3E}">
        <p14:creationId xmlns:p14="http://schemas.microsoft.com/office/powerpoint/2010/main" val="594747657"/>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2309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3.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0760" y="549276"/>
            <a:ext cx="22250472" cy="1329016"/>
          </a:xfrm>
          <a:prstGeom prst="rect">
            <a:avLst/>
          </a:prstGeom>
        </p:spPr>
        <p:txBody>
          <a:bodyPr vert="horz" lIns="91440" tIns="45720" rIns="91440" bIns="45720" rtlCol="0" anchor="b">
            <a:normAutofit/>
          </a:bodyPr>
          <a:lstStyle/>
          <a:p>
            <a:r>
              <a:rPr lang="en-US"/>
              <a:t>Click to edit Master title style</a:t>
            </a:r>
            <a:endParaRPr lang="en-US" dirty="0"/>
          </a:p>
        </p:txBody>
      </p:sp>
      <p:pic>
        <p:nvPicPr>
          <p:cNvPr id="8" name="Picture 2"/>
          <p:cNvPicPr>
            <a:picLocks noChangeAspect="1" noChangeArrowheads="1"/>
          </p:cNvPicPr>
          <p:nvPr/>
        </p:nvPicPr>
        <p:blipFill rotWithShape="1">
          <a:blip r:embed="rId15" cstate="email">
            <a:extLst>
              <a:ext uri="{28A0092B-C50C-407E-A947-70E740481C1C}">
                <a14:useLocalDpi xmlns:a14="http://schemas.microsoft.com/office/drawing/2010/main"/>
              </a:ext>
            </a:extLst>
          </a:blip>
          <a:srcRect/>
          <a:stretch/>
        </p:blipFill>
        <p:spPr bwMode="auto">
          <a:xfrm>
            <a:off x="22273120" y="12969452"/>
            <a:ext cx="1138684" cy="51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9" name="Text Placeholder 8"/>
          <p:cNvSpPr>
            <a:spLocks noGrp="1"/>
          </p:cNvSpPr>
          <p:nvPr>
            <p:ph type="body" idx="1"/>
          </p:nvPr>
        </p:nvSpPr>
        <p:spPr>
          <a:xfrm>
            <a:off x="1030760" y="3442578"/>
            <a:ext cx="22322480" cy="88097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22769945"/>
      </p:ext>
    </p:extLst>
  </p:cSld>
  <p:clrMap bg1="lt1" tx1="dk1" bg2="lt2" tx2="dk2" accent1="accent1" accent2="accent2" accent3="accent3" accent4="accent4" accent5="accent5" accent6="accent6" hlink="hlink" folHlink="folHlink"/>
  <p:sldLayoutIdLst>
    <p:sldLayoutId id="2147483664" r:id="rId1"/>
    <p:sldLayoutId id="2147483679" r:id="rId2"/>
    <p:sldLayoutId id="2147483680" r:id="rId3"/>
    <p:sldLayoutId id="2147483709" r:id="rId4"/>
    <p:sldLayoutId id="2147483707" r:id="rId5"/>
    <p:sldLayoutId id="2147483671" r:id="rId6"/>
    <p:sldLayoutId id="2147483674" r:id="rId7"/>
    <p:sldLayoutId id="2147483672" r:id="rId8"/>
    <p:sldLayoutId id="2147483673" r:id="rId9"/>
    <p:sldLayoutId id="2147483677" r:id="rId10"/>
    <p:sldLayoutId id="2147483666" r:id="rId11"/>
    <p:sldLayoutId id="2147483653" r:id="rId12"/>
    <p:sldLayoutId id="2147483723" r:id="rId13"/>
  </p:sldLayoutIdLst>
  <p:transition/>
  <p:hf sldNum="0" hdr="0" dt="0"/>
  <p:txStyles>
    <p:titleStyle>
      <a:lvl1pPr algn="l" rtl="0" eaLnBrk="1" fontAlgn="base" hangingPunct="1">
        <a:spcBef>
          <a:spcPct val="0"/>
        </a:spcBef>
        <a:spcAft>
          <a:spcPct val="0"/>
        </a:spcAft>
        <a:defRPr sz="5000" b="1" i="0">
          <a:solidFill>
            <a:srgbClr val="1355A2"/>
          </a:solidFill>
          <a:latin typeface="Arial Regular" charset="0"/>
          <a:ea typeface="+mj-ea"/>
          <a:cs typeface="Arial Regular" charset="0"/>
          <a:sym typeface="Gill Sans" charset="0"/>
        </a:defRPr>
      </a:lvl1pPr>
      <a:lvl2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2pPr>
      <a:lvl3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3pPr>
      <a:lvl4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4pPr>
      <a:lvl5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5pPr>
      <a:lvl6pPr marL="4572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6pPr>
      <a:lvl7pPr marL="9144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7pPr>
      <a:lvl8pPr marL="13716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8pPr>
      <a:lvl9pPr marL="18288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9pPr>
    </p:titleStyle>
    <p:bodyStyle>
      <a:lvl1pPr marL="685800" indent="-685800" algn="l" rtl="0" eaLnBrk="1" fontAlgn="base" hangingPunct="1">
        <a:spcBef>
          <a:spcPct val="0"/>
        </a:spcBef>
        <a:spcAft>
          <a:spcPts val="1200"/>
        </a:spcAft>
        <a:buClr>
          <a:schemeClr val="tx2"/>
        </a:buClr>
        <a:buFont typeface="Lucida Grande"/>
        <a:buChar char="•"/>
        <a:defRPr sz="4500" b="0" i="0">
          <a:solidFill>
            <a:schemeClr val="tx1">
              <a:lumMod val="75000"/>
              <a:lumOff val="25000"/>
            </a:schemeClr>
          </a:solidFill>
          <a:latin typeface="Arial Regular" charset="0"/>
          <a:ea typeface="+mn-ea"/>
          <a:cs typeface="Arial Regular" charset="0"/>
          <a:sym typeface="Gill Sans" charset="0"/>
        </a:defRPr>
      </a:lvl1pPr>
      <a:lvl2pPr marL="1616400" indent="-571500" algn="l" rtl="0" eaLnBrk="1" fontAlgn="base" hangingPunct="1">
        <a:spcBef>
          <a:spcPct val="0"/>
        </a:spcBef>
        <a:spcAft>
          <a:spcPts val="600"/>
        </a:spcAft>
        <a:buClr>
          <a:schemeClr val="tx2"/>
        </a:buClr>
        <a:buFont typeface="Lucida Grande"/>
        <a:buChar char="◦"/>
        <a:defRPr sz="4000" b="0" i="0">
          <a:solidFill>
            <a:schemeClr val="tx1">
              <a:lumMod val="75000"/>
              <a:lumOff val="25000"/>
            </a:schemeClr>
          </a:solidFill>
          <a:latin typeface="Arial Regular" charset="0"/>
          <a:ea typeface="+mn-ea"/>
          <a:cs typeface="Arial Regular" charset="0"/>
          <a:sym typeface="Gill Sans" charset="0"/>
        </a:defRPr>
      </a:lvl2pPr>
      <a:lvl3pPr marL="2660400" indent="-571500" algn="l" rtl="0" eaLnBrk="1" fontAlgn="base" hangingPunct="1">
        <a:spcBef>
          <a:spcPct val="0"/>
        </a:spcBef>
        <a:spcAft>
          <a:spcPts val="600"/>
        </a:spcAft>
        <a:buClr>
          <a:schemeClr val="tx2"/>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3pPr>
      <a:lvl4pPr marL="3596400" indent="-571500" algn="l" rtl="0" eaLnBrk="1" fontAlgn="base" hangingPunct="1">
        <a:spcBef>
          <a:spcPct val="0"/>
        </a:spcBef>
        <a:spcAft>
          <a:spcPts val="600"/>
        </a:spcAft>
        <a:buClr>
          <a:schemeClr val="tx2"/>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4pPr>
      <a:lvl5pPr marL="4604400" indent="-571500" algn="l" rtl="0" eaLnBrk="1" fontAlgn="base" hangingPunct="1">
        <a:spcBef>
          <a:spcPct val="0"/>
        </a:spcBef>
        <a:spcAft>
          <a:spcPts val="600"/>
        </a:spcAft>
        <a:buClr>
          <a:schemeClr val="tx2"/>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5pPr>
      <a:lvl6pPr marL="457200" algn="ctr" rtl="0" eaLnBrk="1" fontAlgn="base" hangingPunct="1">
        <a:spcBef>
          <a:spcPct val="0"/>
        </a:spcBef>
        <a:spcAft>
          <a:spcPct val="0"/>
        </a:spcAft>
        <a:defRPr sz="4800">
          <a:solidFill>
            <a:schemeClr val="tx1"/>
          </a:solidFill>
          <a:latin typeface="+mn-lt"/>
          <a:ea typeface="+mn-ea"/>
          <a:cs typeface="+mn-cs"/>
          <a:sym typeface="Gill Sans" charset="0"/>
        </a:defRPr>
      </a:lvl6pPr>
      <a:lvl7pPr marL="914400" algn="ctr" rtl="0" eaLnBrk="1" fontAlgn="base" hangingPunct="1">
        <a:spcBef>
          <a:spcPct val="0"/>
        </a:spcBef>
        <a:spcAft>
          <a:spcPct val="0"/>
        </a:spcAft>
        <a:defRPr sz="4800">
          <a:solidFill>
            <a:schemeClr val="tx1"/>
          </a:solidFill>
          <a:latin typeface="+mn-lt"/>
          <a:ea typeface="+mn-ea"/>
          <a:cs typeface="+mn-cs"/>
          <a:sym typeface="Gill Sans" charset="0"/>
        </a:defRPr>
      </a:lvl7pPr>
      <a:lvl8pPr marL="1371600" algn="ctr" rtl="0" eaLnBrk="1" fontAlgn="base" hangingPunct="1">
        <a:spcBef>
          <a:spcPct val="0"/>
        </a:spcBef>
        <a:spcAft>
          <a:spcPct val="0"/>
        </a:spcAft>
        <a:defRPr sz="4800">
          <a:solidFill>
            <a:schemeClr val="tx1"/>
          </a:solidFill>
          <a:latin typeface="+mn-lt"/>
          <a:ea typeface="+mn-ea"/>
          <a:cs typeface="+mn-cs"/>
          <a:sym typeface="Gill Sans" charset="0"/>
        </a:defRPr>
      </a:lvl8pPr>
      <a:lvl9pPr marL="1828800" algn="ctr" rtl="0" eaLnBrk="1" fontAlgn="base" hangingPunct="1">
        <a:spcBef>
          <a:spcPct val="0"/>
        </a:spcBef>
        <a:spcAft>
          <a:spcPct val="0"/>
        </a:spcAft>
        <a:defRPr sz="48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Rectangle 16"/>
          <p:cNvSpPr/>
          <p:nvPr/>
        </p:nvSpPr>
        <p:spPr bwMode="auto">
          <a:xfrm>
            <a:off x="0" y="4554"/>
            <a:ext cx="24384000" cy="2100918"/>
          </a:xfrm>
          <a:prstGeom prst="rect">
            <a:avLst/>
          </a:prstGeom>
          <a:solidFill>
            <a:schemeClr val="bg1">
              <a:lumMod val="95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6" name="Rectangle 15"/>
          <p:cNvSpPr/>
          <p:nvPr/>
        </p:nvSpPr>
        <p:spPr bwMode="auto">
          <a:xfrm>
            <a:off x="0" y="12762656"/>
            <a:ext cx="24384000" cy="953344"/>
          </a:xfrm>
          <a:prstGeom prst="rect">
            <a:avLst/>
          </a:prstGeom>
          <a:solidFill>
            <a:schemeClr val="bg1">
              <a:lumMod val="95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 name="Title Placeholder 1"/>
          <p:cNvSpPr>
            <a:spLocks noGrp="1"/>
          </p:cNvSpPr>
          <p:nvPr>
            <p:ph type="title"/>
          </p:nvPr>
        </p:nvSpPr>
        <p:spPr>
          <a:xfrm>
            <a:off x="1030760" y="305272"/>
            <a:ext cx="22250472" cy="1578700"/>
          </a:xfrm>
          <a:prstGeom prst="rect">
            <a:avLst/>
          </a:prstGeom>
        </p:spPr>
        <p:txBody>
          <a:bodyPr vert="horz" lIns="91440" tIns="45720" rIns="91440" bIns="45720" rtlCol="0" anchor="b">
            <a:normAutofit/>
          </a:bodyPr>
          <a:lstStyle/>
          <a:p>
            <a:r>
              <a:rPr lang="en-CA" dirty="0"/>
              <a:t>Click to edit Master title style</a:t>
            </a:r>
            <a:endParaRPr lang="en-US" dirty="0"/>
          </a:p>
        </p:txBody>
      </p:sp>
      <p:sp>
        <p:nvSpPr>
          <p:cNvPr id="5" name="Footer Placeholder 4"/>
          <p:cNvSpPr>
            <a:spLocks noGrp="1"/>
          </p:cNvSpPr>
          <p:nvPr>
            <p:ph type="ftr" sz="quarter" idx="3"/>
          </p:nvPr>
        </p:nvSpPr>
        <p:spPr>
          <a:xfrm>
            <a:off x="1894856" y="12824494"/>
            <a:ext cx="19802200" cy="730250"/>
          </a:xfrm>
          <a:prstGeom prst="rect">
            <a:avLst/>
          </a:prstGeom>
        </p:spPr>
        <p:txBody>
          <a:bodyPr vert="horz" lIns="91440" tIns="45720" rIns="91440" bIns="45720" rtlCol="0" anchor="ctr"/>
          <a:lstStyle>
            <a:lvl1pPr algn="l">
              <a:defRPr sz="2500" b="0" i="0">
                <a:solidFill>
                  <a:schemeClr val="tx1">
                    <a:tint val="75000"/>
                  </a:schemeClr>
                </a:solidFill>
                <a:latin typeface="Arial Regular" charset="0"/>
                <a:cs typeface="Arial Regular" charset="0"/>
              </a:defRPr>
            </a:lvl1pPr>
          </a:lstStyle>
          <a:p>
            <a:r>
              <a:rPr lang="nl-NL" dirty="0" err="1"/>
              <a:t>Footer</a:t>
            </a:r>
            <a:r>
              <a:rPr lang="nl-NL" dirty="0"/>
              <a:t> </a:t>
            </a:r>
            <a:r>
              <a:rPr lang="nl-NL" dirty="0" err="1"/>
              <a:t>text</a:t>
            </a:r>
            <a:endParaRPr lang="en-US" dirty="0"/>
          </a:p>
        </p:txBody>
      </p:sp>
      <p:sp>
        <p:nvSpPr>
          <p:cNvPr id="6" name="Text Box 3"/>
          <p:cNvSpPr txBox="1">
            <a:spLocks noChangeArrowheads="1"/>
          </p:cNvSpPr>
          <p:nvPr/>
        </p:nvSpPr>
        <p:spPr bwMode="auto">
          <a:xfrm>
            <a:off x="1125538" y="12949633"/>
            <a:ext cx="2921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lstStyle>
            <a:lvl1pPr algn="l">
              <a:defRPr sz="1200">
                <a:solidFill>
                  <a:schemeClr val="tx1"/>
                </a:solidFill>
                <a:latin typeface="Gill Sans" charset="0"/>
                <a:ea typeface="ＭＳ Ｐゴシック" charset="0"/>
              </a:defRPr>
            </a:lvl1pPr>
            <a:lvl2pPr algn="l">
              <a:defRPr sz="1200">
                <a:solidFill>
                  <a:schemeClr val="tx1"/>
                </a:solidFill>
                <a:latin typeface="Gill Sans" charset="0"/>
                <a:ea typeface="ＭＳ Ｐゴシック" charset="0"/>
              </a:defRPr>
            </a:lvl2pPr>
            <a:lvl3pPr algn="l">
              <a:defRPr sz="1200">
                <a:solidFill>
                  <a:schemeClr val="tx1"/>
                </a:solidFill>
                <a:latin typeface="Gill Sans" charset="0"/>
                <a:ea typeface="ＭＳ Ｐゴシック" charset="0"/>
              </a:defRPr>
            </a:lvl3pPr>
            <a:lvl4pPr algn="l">
              <a:defRPr sz="1200">
                <a:solidFill>
                  <a:schemeClr val="tx1"/>
                </a:solidFill>
                <a:latin typeface="Gill Sans" charset="0"/>
                <a:ea typeface="ＭＳ Ｐゴシック" charset="0"/>
              </a:defRPr>
            </a:lvl4pPr>
            <a:lvl5pPr algn="l">
              <a:defRPr sz="1200">
                <a:solidFill>
                  <a:schemeClr val="tx1"/>
                </a:solidFill>
                <a:latin typeface="Gill Sans" charset="0"/>
                <a:ea typeface="ＭＳ Ｐゴシック" charset="0"/>
              </a:defRPr>
            </a:lvl5pPr>
            <a:lvl6pPr fontAlgn="base">
              <a:spcBef>
                <a:spcPct val="0"/>
              </a:spcBef>
              <a:spcAft>
                <a:spcPct val="0"/>
              </a:spcAft>
              <a:defRPr sz="1200">
                <a:solidFill>
                  <a:schemeClr val="tx1"/>
                </a:solidFill>
                <a:latin typeface="Gill Sans" charset="0"/>
                <a:ea typeface="ＭＳ Ｐゴシック" charset="0"/>
              </a:defRPr>
            </a:lvl6pPr>
            <a:lvl7pPr fontAlgn="base">
              <a:spcBef>
                <a:spcPct val="0"/>
              </a:spcBef>
              <a:spcAft>
                <a:spcPct val="0"/>
              </a:spcAft>
              <a:defRPr sz="1200">
                <a:solidFill>
                  <a:schemeClr val="tx1"/>
                </a:solidFill>
                <a:latin typeface="Gill Sans" charset="0"/>
                <a:ea typeface="ＭＳ Ｐゴシック" charset="0"/>
              </a:defRPr>
            </a:lvl7pPr>
            <a:lvl8pPr fontAlgn="base">
              <a:spcBef>
                <a:spcPct val="0"/>
              </a:spcBef>
              <a:spcAft>
                <a:spcPct val="0"/>
              </a:spcAft>
              <a:defRPr sz="1200">
                <a:solidFill>
                  <a:schemeClr val="tx1"/>
                </a:solidFill>
                <a:latin typeface="Gill Sans" charset="0"/>
                <a:ea typeface="ＭＳ Ｐゴシック" charset="0"/>
              </a:defRPr>
            </a:lvl8pPr>
            <a:lvl9pPr fontAlgn="base">
              <a:spcBef>
                <a:spcPct val="0"/>
              </a:spcBef>
              <a:spcAft>
                <a:spcPct val="0"/>
              </a:spcAft>
              <a:defRPr sz="1200">
                <a:solidFill>
                  <a:schemeClr val="tx1"/>
                </a:solidFill>
                <a:latin typeface="Gill Sans" charset="0"/>
                <a:ea typeface="ＭＳ Ｐゴシック" charset="0"/>
              </a:defRPr>
            </a:lvl9pPr>
          </a:lstStyle>
          <a:p>
            <a:pPr algn="ctr"/>
            <a:fld id="{406250BD-B5E1-F647-9B48-B71CD56253EA}" type="slidenum">
              <a:rPr lang="en-US" sz="2500" b="0" i="0">
                <a:solidFill>
                  <a:srgbClr val="1355A2"/>
                </a:solidFill>
                <a:latin typeface="Arial Regular" charset="0"/>
                <a:cs typeface="Arial Regular" charset="0"/>
                <a:sym typeface="Century Gothic" charset="0"/>
              </a:rPr>
              <a:pPr algn="ctr"/>
              <a:t>‹#›</a:t>
            </a:fld>
            <a:endParaRPr lang="en-US" sz="2500" b="0" i="0" dirty="0">
              <a:solidFill>
                <a:srgbClr val="1355A2"/>
              </a:solidFill>
              <a:latin typeface="Arial Regular" charset="0"/>
              <a:cs typeface="Arial Regular" charset="0"/>
              <a:sym typeface="Century Gothic" charset="0"/>
            </a:endParaRPr>
          </a:p>
        </p:txBody>
      </p:sp>
      <p:pic>
        <p:nvPicPr>
          <p:cNvPr id="8" name="Picture 2"/>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a:stretch/>
        </p:blipFill>
        <p:spPr bwMode="auto">
          <a:xfrm>
            <a:off x="22273120" y="12969452"/>
            <a:ext cx="1138684" cy="519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9" name="Text Placeholder 8"/>
          <p:cNvSpPr>
            <a:spLocks noGrp="1"/>
          </p:cNvSpPr>
          <p:nvPr>
            <p:ph type="body" idx="1"/>
          </p:nvPr>
        </p:nvSpPr>
        <p:spPr>
          <a:xfrm>
            <a:off x="1030760" y="2753544"/>
            <a:ext cx="22322480" cy="9498781"/>
          </a:xfrm>
          <a:prstGeom prst="rect">
            <a:avLst/>
          </a:prstGeom>
        </p:spPr>
        <p:txBody>
          <a:bodyPr vert="horz" lIns="91440" tIns="45720" rIns="91440" bIns="45720" rtlCol="0">
            <a:normAutofit/>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cxnSp>
        <p:nvCxnSpPr>
          <p:cNvPr id="12" name="Straight Connector 11"/>
          <p:cNvCxnSpPr/>
          <p:nvPr/>
        </p:nvCxnSpPr>
        <p:spPr bwMode="auto">
          <a:xfrm>
            <a:off x="0" y="12752564"/>
            <a:ext cx="24384000" cy="0"/>
          </a:xfrm>
          <a:prstGeom prst="line">
            <a:avLst/>
          </a:prstGeom>
          <a:blipFill dpi="0" rotWithShape="0">
            <a:blip r:embed="rId14"/>
            <a:srcRect/>
            <a:tile tx="0" ty="0" sx="100000" sy="100000" flip="none" algn="tl"/>
          </a:blipFill>
          <a:ln w="12700" cap="flat" cmpd="sng" algn="ctr">
            <a:solidFill>
              <a:schemeClr val="bg1">
                <a:lumMod val="85000"/>
              </a:schemeClr>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8" name="Straight Connector 17"/>
          <p:cNvCxnSpPr/>
          <p:nvPr/>
        </p:nvCxnSpPr>
        <p:spPr bwMode="auto">
          <a:xfrm>
            <a:off x="0" y="2105472"/>
            <a:ext cx="24384000" cy="0"/>
          </a:xfrm>
          <a:prstGeom prst="line">
            <a:avLst/>
          </a:prstGeom>
          <a:blipFill dpi="0" rotWithShape="0">
            <a:blip r:embed="rId14"/>
            <a:srcRect/>
            <a:tile tx="0" ty="0" sx="100000" sy="100000" flip="none" algn="tl"/>
          </a:blipFill>
          <a:ln w="12700" cap="flat" cmpd="sng" algn="ctr">
            <a:solidFill>
              <a:schemeClr val="bg1">
                <a:lumMod val="85000"/>
              </a:schemeClr>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317038276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ransition/>
  <p:hf sldNum="0" hdr="0" dt="0"/>
  <p:txStyles>
    <p:titleStyle>
      <a:lvl1pPr algn="l" rtl="0" fontAlgn="base">
        <a:spcBef>
          <a:spcPct val="0"/>
        </a:spcBef>
        <a:spcAft>
          <a:spcPct val="0"/>
        </a:spcAft>
        <a:defRPr sz="5000" b="1" i="0">
          <a:solidFill>
            <a:srgbClr val="1355A2"/>
          </a:solidFill>
          <a:latin typeface="Arial Regular" charset="0"/>
          <a:ea typeface="+mj-ea"/>
          <a:cs typeface="Arial Regular" charset="0"/>
          <a:sym typeface="Gill Sans" charset="0"/>
        </a:defRPr>
      </a:lvl1pPr>
      <a:lvl2pPr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9pPr>
    </p:titleStyle>
    <p:bodyStyle>
      <a:lvl1pPr marL="685800" indent="-685800" algn="l" rtl="0" fontAlgn="base">
        <a:spcBef>
          <a:spcPct val="0"/>
        </a:spcBef>
        <a:spcAft>
          <a:spcPts val="1200"/>
        </a:spcAft>
        <a:buClr>
          <a:schemeClr val="accent1"/>
        </a:buClr>
        <a:buFont typeface="Lucida Grande"/>
        <a:buChar char="•"/>
        <a:defRPr sz="4500" b="0" i="0">
          <a:solidFill>
            <a:schemeClr val="tx1">
              <a:lumMod val="75000"/>
              <a:lumOff val="25000"/>
            </a:schemeClr>
          </a:solidFill>
          <a:latin typeface="Arial Regular" charset="0"/>
          <a:ea typeface="+mn-ea"/>
          <a:cs typeface="Arial Regular" charset="0"/>
          <a:sym typeface="Gill Sans" charset="0"/>
        </a:defRPr>
      </a:lvl1pPr>
      <a:lvl2pPr marL="1616400" indent="-571500" algn="l" rtl="0" fontAlgn="base">
        <a:spcBef>
          <a:spcPct val="0"/>
        </a:spcBef>
        <a:spcAft>
          <a:spcPts val="600"/>
        </a:spcAft>
        <a:buClr>
          <a:schemeClr val="accent1"/>
        </a:buClr>
        <a:buFont typeface="Lucida Grande"/>
        <a:buChar char="◦"/>
        <a:defRPr sz="4000" b="0" i="0">
          <a:solidFill>
            <a:schemeClr val="tx1">
              <a:lumMod val="75000"/>
              <a:lumOff val="25000"/>
            </a:schemeClr>
          </a:solidFill>
          <a:latin typeface="Arial Regular" charset="0"/>
          <a:ea typeface="+mn-ea"/>
          <a:cs typeface="Arial Regular" charset="0"/>
          <a:sym typeface="Gill Sans" charset="0"/>
        </a:defRPr>
      </a:lvl2pPr>
      <a:lvl3pPr marL="2660400" indent="-571500" algn="l" rtl="0" fontAlgn="base">
        <a:spcBef>
          <a:spcPct val="0"/>
        </a:spcBef>
        <a:spcAft>
          <a:spcPts val="600"/>
        </a:spcAft>
        <a:buClr>
          <a:schemeClr val="accent1"/>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3pPr>
      <a:lvl4pPr marL="3596400" indent="-571500" algn="l" rtl="0" fontAlgn="base">
        <a:spcBef>
          <a:spcPct val="0"/>
        </a:spcBef>
        <a:spcAft>
          <a:spcPts val="600"/>
        </a:spcAft>
        <a:buClr>
          <a:schemeClr val="accent1"/>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4pPr>
      <a:lvl5pPr marL="4604400" indent="-571500" algn="l" rtl="0" fontAlgn="base">
        <a:spcBef>
          <a:spcPct val="0"/>
        </a:spcBef>
        <a:spcAft>
          <a:spcPts val="600"/>
        </a:spcAft>
        <a:buClr>
          <a:schemeClr val="accent1"/>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5pPr>
      <a:lvl6pPr marL="457200" algn="ctr" rtl="0" fontAlgn="base">
        <a:spcBef>
          <a:spcPct val="0"/>
        </a:spcBef>
        <a:spcAft>
          <a:spcPct val="0"/>
        </a:spcAft>
        <a:defRPr sz="4800">
          <a:solidFill>
            <a:schemeClr val="tx1"/>
          </a:solidFill>
          <a:latin typeface="+mn-lt"/>
          <a:ea typeface="+mn-ea"/>
          <a:cs typeface="+mn-cs"/>
          <a:sym typeface="Gill Sans" charset="0"/>
        </a:defRPr>
      </a:lvl6pPr>
      <a:lvl7pPr marL="914400" algn="ctr" rtl="0" fontAlgn="base">
        <a:spcBef>
          <a:spcPct val="0"/>
        </a:spcBef>
        <a:spcAft>
          <a:spcPct val="0"/>
        </a:spcAft>
        <a:defRPr sz="4800">
          <a:solidFill>
            <a:schemeClr val="tx1"/>
          </a:solidFill>
          <a:latin typeface="+mn-lt"/>
          <a:ea typeface="+mn-ea"/>
          <a:cs typeface="+mn-cs"/>
          <a:sym typeface="Gill Sans" charset="0"/>
        </a:defRPr>
      </a:lvl7pPr>
      <a:lvl8pPr marL="1371600" algn="ctr" rtl="0" fontAlgn="base">
        <a:spcBef>
          <a:spcPct val="0"/>
        </a:spcBef>
        <a:spcAft>
          <a:spcPct val="0"/>
        </a:spcAft>
        <a:defRPr sz="4800">
          <a:solidFill>
            <a:schemeClr val="tx1"/>
          </a:solidFill>
          <a:latin typeface="+mn-lt"/>
          <a:ea typeface="+mn-ea"/>
          <a:cs typeface="+mn-cs"/>
          <a:sym typeface="Gill Sans" charset="0"/>
        </a:defRPr>
      </a:lvl8pPr>
      <a:lvl9pPr marL="1828800" algn="ctr" rtl="0" fontAlgn="base">
        <a:spcBef>
          <a:spcPct val="0"/>
        </a:spcBef>
        <a:spcAft>
          <a:spcPct val="0"/>
        </a:spcAft>
        <a:defRPr sz="48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0760" y="549276"/>
            <a:ext cx="22250472" cy="1329016"/>
          </a:xfrm>
          <a:prstGeom prst="rect">
            <a:avLst/>
          </a:prstGeom>
        </p:spPr>
        <p:txBody>
          <a:bodyPr vert="horz" lIns="91440" tIns="45720" rIns="91440" bIns="45720" rtlCol="0" anchor="b">
            <a:normAutofit/>
          </a:bodyPr>
          <a:lstStyle/>
          <a:p>
            <a:r>
              <a:rPr lang="en-US"/>
              <a:t>Click to edit Master title style</a:t>
            </a:r>
            <a:endParaRPr lang="en-US" dirty="0"/>
          </a:p>
        </p:txBody>
      </p:sp>
      <p:pic>
        <p:nvPicPr>
          <p:cNvPr id="8" name="Picture 2"/>
          <p:cNvPicPr>
            <a:picLocks noChangeAspect="1" noChangeArrowheads="1"/>
          </p:cNvPicPr>
          <p:nvPr/>
        </p:nvPicPr>
        <p:blipFill rotWithShape="1">
          <a:blip r:embed="rId14" cstate="email">
            <a:extLst>
              <a:ext uri="{28A0092B-C50C-407E-A947-70E740481C1C}">
                <a14:useLocalDpi xmlns:a14="http://schemas.microsoft.com/office/drawing/2010/main"/>
              </a:ext>
            </a:extLst>
          </a:blip>
          <a:srcRect/>
          <a:stretch/>
        </p:blipFill>
        <p:spPr bwMode="auto">
          <a:xfrm>
            <a:off x="22273120" y="12969452"/>
            <a:ext cx="1138684" cy="51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9" name="Text Placeholder 8"/>
          <p:cNvSpPr>
            <a:spLocks noGrp="1"/>
          </p:cNvSpPr>
          <p:nvPr>
            <p:ph type="body" idx="1"/>
          </p:nvPr>
        </p:nvSpPr>
        <p:spPr>
          <a:xfrm>
            <a:off x="1030760" y="3442578"/>
            <a:ext cx="22322480" cy="88097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7733615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transition/>
  <p:hf sldNum="0" hdr="0" dt="0"/>
  <p:txStyles>
    <p:titleStyle>
      <a:lvl1pPr algn="l" rtl="0" eaLnBrk="1" fontAlgn="base" hangingPunct="1">
        <a:spcBef>
          <a:spcPct val="0"/>
        </a:spcBef>
        <a:spcAft>
          <a:spcPct val="0"/>
        </a:spcAft>
        <a:defRPr sz="5000" b="1" i="0">
          <a:solidFill>
            <a:srgbClr val="1355A2"/>
          </a:solidFill>
          <a:latin typeface="Arial Regular" charset="0"/>
          <a:ea typeface="+mj-ea"/>
          <a:cs typeface="Arial Regular" charset="0"/>
          <a:sym typeface="Gill Sans" charset="0"/>
        </a:defRPr>
      </a:lvl1pPr>
      <a:lvl2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2pPr>
      <a:lvl3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3pPr>
      <a:lvl4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4pPr>
      <a:lvl5pPr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5pPr>
      <a:lvl6pPr marL="4572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6pPr>
      <a:lvl7pPr marL="9144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7pPr>
      <a:lvl8pPr marL="13716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8pPr>
      <a:lvl9pPr marL="1828800" algn="ctr" rtl="0" eaLnBrk="1" fontAlgn="base" hangingPunct="1">
        <a:spcBef>
          <a:spcPct val="0"/>
        </a:spcBef>
        <a:spcAft>
          <a:spcPct val="0"/>
        </a:spcAft>
        <a:defRPr sz="11400">
          <a:solidFill>
            <a:schemeClr val="tx1"/>
          </a:solidFill>
          <a:latin typeface="Gill Sans" charset="0"/>
          <a:ea typeface="ヒラギノ角ゴ ProN W3" charset="0"/>
          <a:cs typeface="ヒラギノ角ゴ ProN W3" charset="0"/>
          <a:sym typeface="Gill Sans" charset="0"/>
        </a:defRPr>
      </a:lvl9pPr>
    </p:titleStyle>
    <p:bodyStyle>
      <a:lvl1pPr marL="685800" indent="-685800" algn="l" rtl="0" eaLnBrk="1" fontAlgn="base" hangingPunct="1">
        <a:spcBef>
          <a:spcPct val="0"/>
        </a:spcBef>
        <a:spcAft>
          <a:spcPts val="1200"/>
        </a:spcAft>
        <a:buClr>
          <a:schemeClr val="tx2"/>
        </a:buClr>
        <a:buFont typeface="Lucida Grande"/>
        <a:buChar char="•"/>
        <a:defRPr sz="4500" b="0" i="0">
          <a:solidFill>
            <a:schemeClr val="tx1">
              <a:lumMod val="75000"/>
              <a:lumOff val="25000"/>
            </a:schemeClr>
          </a:solidFill>
          <a:latin typeface="Arial Regular" charset="0"/>
          <a:ea typeface="+mn-ea"/>
          <a:cs typeface="Arial Regular" charset="0"/>
          <a:sym typeface="Gill Sans" charset="0"/>
        </a:defRPr>
      </a:lvl1pPr>
      <a:lvl2pPr marL="1616400" indent="-571500" algn="l" rtl="0" eaLnBrk="1" fontAlgn="base" hangingPunct="1">
        <a:spcBef>
          <a:spcPct val="0"/>
        </a:spcBef>
        <a:spcAft>
          <a:spcPts val="600"/>
        </a:spcAft>
        <a:buClr>
          <a:schemeClr val="tx2"/>
        </a:buClr>
        <a:buFont typeface="Lucida Grande"/>
        <a:buChar char="◦"/>
        <a:defRPr sz="4000" b="0" i="0">
          <a:solidFill>
            <a:schemeClr val="tx1">
              <a:lumMod val="75000"/>
              <a:lumOff val="25000"/>
            </a:schemeClr>
          </a:solidFill>
          <a:latin typeface="Arial Regular" charset="0"/>
          <a:ea typeface="+mn-ea"/>
          <a:cs typeface="Arial Regular" charset="0"/>
          <a:sym typeface="Gill Sans" charset="0"/>
        </a:defRPr>
      </a:lvl2pPr>
      <a:lvl3pPr marL="2660400" indent="-571500" algn="l" rtl="0" eaLnBrk="1" fontAlgn="base" hangingPunct="1">
        <a:spcBef>
          <a:spcPct val="0"/>
        </a:spcBef>
        <a:spcAft>
          <a:spcPts val="600"/>
        </a:spcAft>
        <a:buClr>
          <a:schemeClr val="tx2"/>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3pPr>
      <a:lvl4pPr marL="3596400" indent="-571500" algn="l" rtl="0" eaLnBrk="1" fontAlgn="base" hangingPunct="1">
        <a:spcBef>
          <a:spcPct val="0"/>
        </a:spcBef>
        <a:spcAft>
          <a:spcPts val="600"/>
        </a:spcAft>
        <a:buClr>
          <a:schemeClr val="tx2"/>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4pPr>
      <a:lvl5pPr marL="4604400" indent="-571500" algn="l" rtl="0" eaLnBrk="1" fontAlgn="base" hangingPunct="1">
        <a:spcBef>
          <a:spcPct val="0"/>
        </a:spcBef>
        <a:spcAft>
          <a:spcPts val="600"/>
        </a:spcAft>
        <a:buClr>
          <a:schemeClr val="tx2"/>
        </a:buClr>
        <a:buFont typeface="Lucida Grande"/>
        <a:buChar char="▪"/>
        <a:defRPr sz="3600" b="0" i="0">
          <a:solidFill>
            <a:schemeClr val="tx1">
              <a:lumMod val="75000"/>
              <a:lumOff val="25000"/>
            </a:schemeClr>
          </a:solidFill>
          <a:latin typeface="Arial Regular" charset="0"/>
          <a:ea typeface="+mn-ea"/>
          <a:cs typeface="Arial Regular" charset="0"/>
          <a:sym typeface="Gill Sans" charset="0"/>
        </a:defRPr>
      </a:lvl5pPr>
      <a:lvl6pPr marL="457200" algn="ctr" rtl="0" eaLnBrk="1" fontAlgn="base" hangingPunct="1">
        <a:spcBef>
          <a:spcPct val="0"/>
        </a:spcBef>
        <a:spcAft>
          <a:spcPct val="0"/>
        </a:spcAft>
        <a:defRPr sz="4800">
          <a:solidFill>
            <a:schemeClr val="tx1"/>
          </a:solidFill>
          <a:latin typeface="+mn-lt"/>
          <a:ea typeface="+mn-ea"/>
          <a:cs typeface="+mn-cs"/>
          <a:sym typeface="Gill Sans" charset="0"/>
        </a:defRPr>
      </a:lvl6pPr>
      <a:lvl7pPr marL="914400" algn="ctr" rtl="0" eaLnBrk="1" fontAlgn="base" hangingPunct="1">
        <a:spcBef>
          <a:spcPct val="0"/>
        </a:spcBef>
        <a:spcAft>
          <a:spcPct val="0"/>
        </a:spcAft>
        <a:defRPr sz="4800">
          <a:solidFill>
            <a:schemeClr val="tx1"/>
          </a:solidFill>
          <a:latin typeface="+mn-lt"/>
          <a:ea typeface="+mn-ea"/>
          <a:cs typeface="+mn-cs"/>
          <a:sym typeface="Gill Sans" charset="0"/>
        </a:defRPr>
      </a:lvl7pPr>
      <a:lvl8pPr marL="1371600" algn="ctr" rtl="0" eaLnBrk="1" fontAlgn="base" hangingPunct="1">
        <a:spcBef>
          <a:spcPct val="0"/>
        </a:spcBef>
        <a:spcAft>
          <a:spcPct val="0"/>
        </a:spcAft>
        <a:defRPr sz="4800">
          <a:solidFill>
            <a:schemeClr val="tx1"/>
          </a:solidFill>
          <a:latin typeface="+mn-lt"/>
          <a:ea typeface="+mn-ea"/>
          <a:cs typeface="+mn-cs"/>
          <a:sym typeface="Gill Sans" charset="0"/>
        </a:defRPr>
      </a:lvl8pPr>
      <a:lvl9pPr marL="1828800" algn="ctr" rtl="0" eaLnBrk="1" fontAlgn="base" hangingPunct="1">
        <a:spcBef>
          <a:spcPct val="0"/>
        </a:spcBef>
        <a:spcAft>
          <a:spcPct val="0"/>
        </a:spcAft>
        <a:defRPr sz="4800">
          <a:solidFill>
            <a:schemeClr val="tx1"/>
          </a:solidFill>
          <a:latin typeface="+mn-lt"/>
          <a:ea typeface="+mn-ea"/>
          <a:cs typeface="+mn-cs"/>
          <a:sym typeface="Gill Sans"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intranet.julaholding.com/" TargetMode="External"/><Relationship Id="rId1" Type="http://schemas.openxmlformats.org/officeDocument/2006/relationships/slideLayout" Target="../slideLayouts/slideLayout21.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0.png"/><Relationship Id="rId1" Type="http://schemas.openxmlformats.org/officeDocument/2006/relationships/slideLayout" Target="../slideLayouts/slideLayout19.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jula.atlassian.net/servicedesk/customer/portals" TargetMode="External"/><Relationship Id="rId1" Type="http://schemas.openxmlformats.org/officeDocument/2006/relationships/slideLayout" Target="../slideLayouts/slideLayout23.xml"/><Relationship Id="rId6" Type="http://schemas.openxmlformats.org/officeDocument/2006/relationships/hyperlink" Target="https://jula.sharepoint.com/:b:/r/sites/JulaAsia/Shared%20Documents/China%20Team/Knowledge%20Base/IT%20Ticket%20System%20SOP%201.0.pdf?d=w9645b3318bf54555bf1488ee83111a15&amp;csf=1&amp;web=1&amp;e=AOmCNj" TargetMode="External"/><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hyperlink" Target="https://jula.sharepoint.com/:b:/r/sites/JulaAsia/Shared%20Documents/China%20Team/Knowledge%20Base/MFA%E6%89%8B%E6%9C%BA%E7%9F%AD%E4%BF%A1%E8%AE%A4%E8%AF%81.pdf?d=w319de280c351406695b07579b87baf6f&amp;csf=1&amp;web=1&amp;e=iCapzU" TargetMode="External"/><Relationship Id="rId7" Type="http://schemas.openxmlformats.org/officeDocument/2006/relationships/image" Target="../media/image27.png"/><Relationship Id="rId2" Type="http://schemas.openxmlformats.org/officeDocument/2006/relationships/hyperlink" Target="https://jula.sharepoint.com/:b:/r/sites/JulaAsia/Shared%20Documents/China%20Team/Knowledge%20Base/Register%20Multi-factor%20authentication%20(MFA).pdf?d=w77aa0196778a4ba98594160f964ac03f&amp;csf=1&amp;web=1&amp;e=LdnbBa" TargetMode="External"/><Relationship Id="rId1" Type="http://schemas.openxmlformats.org/officeDocument/2006/relationships/slideLayout" Target="../slideLayouts/slideLayout16.xml"/><Relationship Id="rId6" Type="http://schemas.openxmlformats.org/officeDocument/2006/relationships/image" Target="../media/image20.png"/><Relationship Id="rId5" Type="http://schemas.openxmlformats.org/officeDocument/2006/relationships/image" Target="../media/image36.png"/><Relationship Id="rId4" Type="http://schemas.openxmlformats.org/officeDocument/2006/relationships/hyperlink" Target="https://jula.sharepoint.com/:b:/r/sites/JulaAsia/Shared%20Documents/China%20Team/Knowledge%20Base/%E5%AE%89%E5%8D%93%E6%89%8B%E6%9C%BA%E5%AE%89%E8%A3%85%E5%85%AC%E5%8F%B8%E9%97%A8%E6%88%B7.pdf?d=wf7a5b5ed187542f78ebdbb1c5907ca2a&amp;csf=1&amp;web=1&amp;e=blIt3v"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jula.sharepoint.com/:b:/r/sites/JulaAsia/Shared%20Documents/China%20Team/Knowledge%20Base/Install%20Cisco%20AnyConnect%20VPN.pdf?d=wb3943508ddc74f6c9ee82ebab0996ef3&amp;csf=1&amp;web=1&amp;e=428a2X" TargetMode="External"/><Relationship Id="rId1" Type="http://schemas.openxmlformats.org/officeDocument/2006/relationships/slideLayout" Target="../slideLayouts/slideLayout23.xml"/><Relationship Id="rId6" Type="http://schemas.openxmlformats.org/officeDocument/2006/relationships/image" Target="../media/image39.emf"/><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hyperlink" Target="file:///\\10.10.3.190\photoshop" TargetMode="External"/><Relationship Id="rId3" Type="http://schemas.openxmlformats.org/officeDocument/2006/relationships/image" Target="../media/image20.png"/><Relationship Id="rId7" Type="http://schemas.openxmlformats.org/officeDocument/2006/relationships/hyperlink" Target="file:///\\10.10.1.10\sharefolder" TargetMode="External"/><Relationship Id="rId2" Type="http://schemas.openxmlformats.org/officeDocument/2006/relationships/image" Target="../media/image40.png"/><Relationship Id="rId1" Type="http://schemas.openxmlformats.org/officeDocument/2006/relationships/slideLayout" Target="../slideLayouts/slideLayout2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0.png"/><Relationship Id="rId1" Type="http://schemas.openxmlformats.org/officeDocument/2006/relationships/slideLayout" Target="../slideLayouts/slideLayout23.xml"/><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hyperlink" Target="https://outlook.office365.com/mail/" TargetMode="External"/><Relationship Id="rId2" Type="http://schemas.openxmlformats.org/officeDocument/2006/relationships/image" Target="../media/image47.png"/><Relationship Id="rId1" Type="http://schemas.openxmlformats.org/officeDocument/2006/relationships/slideLayout" Target="../slideLayouts/slideLayout23.xml"/><Relationship Id="rId5" Type="http://schemas.openxmlformats.org/officeDocument/2006/relationships/image" Target="../media/image48.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0.png"/><Relationship Id="rId1" Type="http://schemas.openxmlformats.org/officeDocument/2006/relationships/slideLayout" Target="../slideLayouts/slideLayout2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jula.sharepoint.com/:f:/r/sites/JulaAsia/Shared%20Documents/China%20Team/IT%20Policy?d=w4ca176183c4c438598f0e9d81bbc1dda&amp;csf=1&amp;web=1&amp;e=6X4NMd" TargetMode="Externa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îṥ1íḓé"/>
        <p:cNvGrpSpPr/>
        <p:nvPr/>
      </p:nvGrpSpPr>
      <p:grpSpPr>
        <a:xfrm>
          <a:off x="0" y="0"/>
          <a:ext cx="0" cy="0"/>
          <a:chOff x="0" y="0"/>
          <a:chExt cx="0" cy="0"/>
        </a:xfrm>
      </p:grpSpPr>
      <p:sp>
        <p:nvSpPr>
          <p:cNvPr id="10" name="Rectangle 9">
            <a:extLst>
              <a:ext uri="{FF2B5EF4-FFF2-40B4-BE49-F238E27FC236}">
                <a16:creationId xmlns:a16="http://schemas.microsoft.com/office/drawing/2014/main" id="{5AEEDA41-6BB7-473C-A6B5-4A9494AE5D0E}"/>
              </a:ext>
            </a:extLst>
          </p:cNvPr>
          <p:cNvSpPr/>
          <p:nvPr/>
        </p:nvSpPr>
        <p:spPr>
          <a:xfrm>
            <a:off x="0" y="0"/>
            <a:ext cx="24384000" cy="13716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800"/>
          </a:p>
        </p:txBody>
      </p:sp>
      <p:grpSp>
        <p:nvGrpSpPr>
          <p:cNvPr id="4" name="Group 3">
            <a:extLst>
              <a:ext uri="{FF2B5EF4-FFF2-40B4-BE49-F238E27FC236}">
                <a16:creationId xmlns:a16="http://schemas.microsoft.com/office/drawing/2014/main" id="{37592B90-7822-4D27-8AB4-6C9BA89A3171}"/>
              </a:ext>
            </a:extLst>
          </p:cNvPr>
          <p:cNvGrpSpPr>
            <a:grpSpLocks noChangeAspect="1"/>
          </p:cNvGrpSpPr>
          <p:nvPr/>
        </p:nvGrpSpPr>
        <p:grpSpPr>
          <a:xfrm>
            <a:off x="4558753" y="2537240"/>
            <a:ext cx="14147122" cy="9509760"/>
            <a:chOff x="6678608" y="1028700"/>
            <a:chExt cx="4968875" cy="3340100"/>
          </a:xfrm>
          <a:solidFill>
            <a:schemeClr val="bg1"/>
          </a:solidFill>
        </p:grpSpPr>
        <p:sp>
          <p:nvSpPr>
            <p:cNvPr id="26" name="íṥļíde">
              <a:extLst>
                <a:ext uri="{FF2B5EF4-FFF2-40B4-BE49-F238E27FC236}">
                  <a16:creationId xmlns:a16="http://schemas.microsoft.com/office/drawing/2014/main" id="{08EDAFA5-A0AB-4276-BB6A-9BD9E753AAD9}"/>
                </a:ext>
              </a:extLst>
            </p:cNvPr>
            <p:cNvSpPr/>
            <p:nvPr/>
          </p:nvSpPr>
          <p:spPr bwMode="auto">
            <a:xfrm>
              <a:off x="7110408" y="1058862"/>
              <a:ext cx="4537075" cy="3194050"/>
            </a:xfrm>
            <a:custGeom>
              <a:avLst/>
              <a:gdLst>
                <a:gd name="T0" fmla="*/ 1292 w 1375"/>
                <a:gd name="T1" fmla="*/ 63 h 969"/>
                <a:gd name="T2" fmla="*/ 75 w 1375"/>
                <a:gd name="T3" fmla="*/ 106 h 969"/>
                <a:gd name="T4" fmla="*/ 17 w 1375"/>
                <a:gd name="T5" fmla="*/ 212 h 969"/>
                <a:gd name="T6" fmla="*/ 238 w 1375"/>
                <a:gd name="T7" fmla="*/ 803 h 969"/>
                <a:gd name="T8" fmla="*/ 313 w 1375"/>
                <a:gd name="T9" fmla="*/ 855 h 969"/>
                <a:gd name="T10" fmla="*/ 600 w 1375"/>
                <a:gd name="T11" fmla="*/ 855 h 969"/>
                <a:gd name="T12" fmla="*/ 582 w 1375"/>
                <a:gd name="T13" fmla="*/ 945 h 969"/>
                <a:gd name="T14" fmla="*/ 594 w 1375"/>
                <a:gd name="T15" fmla="*/ 968 h 969"/>
                <a:gd name="T16" fmla="*/ 780 w 1375"/>
                <a:gd name="T17" fmla="*/ 855 h 969"/>
                <a:gd name="T18" fmla="*/ 1076 w 1375"/>
                <a:gd name="T19" fmla="*/ 855 h 969"/>
                <a:gd name="T20" fmla="*/ 1152 w 1375"/>
                <a:gd name="T21" fmla="*/ 800 h 969"/>
                <a:gd name="T22" fmla="*/ 1359 w 1375"/>
                <a:gd name="T23" fmla="*/ 167 h 969"/>
                <a:gd name="T24" fmla="*/ 1292 w 1375"/>
                <a:gd name="T25" fmla="*/ 63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969">
                  <a:moveTo>
                    <a:pt x="1292" y="63"/>
                  </a:moveTo>
                  <a:cubicBezTo>
                    <a:pt x="1079" y="40"/>
                    <a:pt x="554" y="0"/>
                    <a:pt x="75" y="106"/>
                  </a:cubicBezTo>
                  <a:cubicBezTo>
                    <a:pt x="27" y="116"/>
                    <a:pt x="0" y="166"/>
                    <a:pt x="17" y="212"/>
                  </a:cubicBezTo>
                  <a:cubicBezTo>
                    <a:pt x="238" y="803"/>
                    <a:pt x="238" y="803"/>
                    <a:pt x="238" y="803"/>
                  </a:cubicBezTo>
                  <a:cubicBezTo>
                    <a:pt x="250" y="835"/>
                    <a:pt x="280" y="855"/>
                    <a:pt x="313" y="855"/>
                  </a:cubicBezTo>
                  <a:cubicBezTo>
                    <a:pt x="600" y="855"/>
                    <a:pt x="600" y="855"/>
                    <a:pt x="600" y="855"/>
                  </a:cubicBezTo>
                  <a:cubicBezTo>
                    <a:pt x="600" y="855"/>
                    <a:pt x="628" y="892"/>
                    <a:pt x="582" y="945"/>
                  </a:cubicBezTo>
                  <a:cubicBezTo>
                    <a:pt x="574" y="955"/>
                    <a:pt x="582" y="969"/>
                    <a:pt x="594" y="968"/>
                  </a:cubicBezTo>
                  <a:cubicBezTo>
                    <a:pt x="636" y="965"/>
                    <a:pt x="713" y="946"/>
                    <a:pt x="780" y="855"/>
                  </a:cubicBezTo>
                  <a:cubicBezTo>
                    <a:pt x="1076" y="855"/>
                    <a:pt x="1076" y="855"/>
                    <a:pt x="1076" y="855"/>
                  </a:cubicBezTo>
                  <a:cubicBezTo>
                    <a:pt x="1110" y="855"/>
                    <a:pt x="1141" y="833"/>
                    <a:pt x="1152" y="800"/>
                  </a:cubicBezTo>
                  <a:cubicBezTo>
                    <a:pt x="1359" y="167"/>
                    <a:pt x="1359" y="167"/>
                    <a:pt x="1359" y="167"/>
                  </a:cubicBezTo>
                  <a:cubicBezTo>
                    <a:pt x="1375" y="119"/>
                    <a:pt x="1343" y="69"/>
                    <a:pt x="1292"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0800"/>
            </a:p>
          </p:txBody>
        </p:sp>
        <p:sp>
          <p:nvSpPr>
            <p:cNvPr id="27" name="îšḷíḍe">
              <a:extLst>
                <a:ext uri="{FF2B5EF4-FFF2-40B4-BE49-F238E27FC236}">
                  <a16:creationId xmlns:a16="http://schemas.microsoft.com/office/drawing/2014/main" id="{CAF0E52B-33C5-49B4-AB6D-FF7FEBE0AD4F}"/>
                </a:ext>
              </a:extLst>
            </p:cNvPr>
            <p:cNvSpPr/>
            <p:nvPr/>
          </p:nvSpPr>
          <p:spPr bwMode="auto">
            <a:xfrm>
              <a:off x="6697658" y="1028700"/>
              <a:ext cx="492125" cy="379413"/>
            </a:xfrm>
            <a:custGeom>
              <a:avLst/>
              <a:gdLst>
                <a:gd name="T0" fmla="*/ 142 w 149"/>
                <a:gd name="T1" fmla="*/ 113 h 115"/>
                <a:gd name="T2" fmla="*/ 53 w 149"/>
                <a:gd name="T3" fmla="*/ 77 h 115"/>
                <a:gd name="T4" fmla="*/ 35 w 149"/>
                <a:gd name="T5" fmla="*/ 12 h 115"/>
                <a:gd name="T6" fmla="*/ 148 w 149"/>
                <a:gd name="T7" fmla="*/ 108 h 115"/>
                <a:gd name="T8" fmla="*/ 142 w 149"/>
                <a:gd name="T9" fmla="*/ 113 h 115"/>
              </a:gdLst>
              <a:ahLst/>
              <a:cxnLst>
                <a:cxn ang="0">
                  <a:pos x="T0" y="T1"/>
                </a:cxn>
                <a:cxn ang="0">
                  <a:pos x="T2" y="T3"/>
                </a:cxn>
                <a:cxn ang="0">
                  <a:pos x="T4" y="T5"/>
                </a:cxn>
                <a:cxn ang="0">
                  <a:pos x="T6" y="T7"/>
                </a:cxn>
                <a:cxn ang="0">
                  <a:pos x="T8" y="T9"/>
                </a:cxn>
              </a:cxnLst>
              <a:rect l="0" t="0" r="r" b="b"/>
              <a:pathLst>
                <a:path w="149" h="115">
                  <a:moveTo>
                    <a:pt x="142" y="113"/>
                  </a:moveTo>
                  <a:cubicBezTo>
                    <a:pt x="128" y="104"/>
                    <a:pt x="101" y="89"/>
                    <a:pt x="53" y="77"/>
                  </a:cubicBezTo>
                  <a:cubicBezTo>
                    <a:pt x="0" y="60"/>
                    <a:pt x="14" y="21"/>
                    <a:pt x="35" y="12"/>
                  </a:cubicBezTo>
                  <a:cubicBezTo>
                    <a:pt x="62" y="0"/>
                    <a:pt x="127" y="33"/>
                    <a:pt x="148" y="108"/>
                  </a:cubicBezTo>
                  <a:cubicBezTo>
                    <a:pt x="149" y="112"/>
                    <a:pt x="145" y="115"/>
                    <a:pt x="142"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0800"/>
            </a:p>
          </p:txBody>
        </p:sp>
        <p:sp>
          <p:nvSpPr>
            <p:cNvPr id="28" name="íşḻîḑè">
              <a:extLst>
                <a:ext uri="{FF2B5EF4-FFF2-40B4-BE49-F238E27FC236}">
                  <a16:creationId xmlns:a16="http://schemas.microsoft.com/office/drawing/2014/main" id="{9F81055D-F5F6-4CD2-A2B2-C91E95CB3E52}"/>
                </a:ext>
              </a:extLst>
            </p:cNvPr>
            <p:cNvSpPr/>
            <p:nvPr/>
          </p:nvSpPr>
          <p:spPr bwMode="auto">
            <a:xfrm>
              <a:off x="6678608" y="1377950"/>
              <a:ext cx="342900" cy="207963"/>
            </a:xfrm>
            <a:custGeom>
              <a:avLst/>
              <a:gdLst>
                <a:gd name="T0" fmla="*/ 101 w 104"/>
                <a:gd name="T1" fmla="*/ 34 h 63"/>
                <a:gd name="T2" fmla="*/ 42 w 104"/>
                <a:gd name="T3" fmla="*/ 51 h 63"/>
                <a:gd name="T4" fmla="*/ 7 w 104"/>
                <a:gd name="T5" fmla="*/ 25 h 63"/>
                <a:gd name="T6" fmla="*/ 102 w 104"/>
                <a:gd name="T7" fmla="*/ 29 h 63"/>
                <a:gd name="T8" fmla="*/ 101 w 104"/>
                <a:gd name="T9" fmla="*/ 34 h 63"/>
              </a:gdLst>
              <a:ahLst/>
              <a:cxnLst>
                <a:cxn ang="0">
                  <a:pos x="T0" y="T1"/>
                </a:cxn>
                <a:cxn ang="0">
                  <a:pos x="T2" y="T3"/>
                </a:cxn>
                <a:cxn ang="0">
                  <a:pos x="T4" y="T5"/>
                </a:cxn>
                <a:cxn ang="0">
                  <a:pos x="T6" y="T7"/>
                </a:cxn>
                <a:cxn ang="0">
                  <a:pos x="T8" y="T9"/>
                </a:cxn>
              </a:cxnLst>
              <a:rect l="0" t="0" r="r" b="b"/>
              <a:pathLst>
                <a:path w="104" h="63">
                  <a:moveTo>
                    <a:pt x="101" y="34"/>
                  </a:moveTo>
                  <a:cubicBezTo>
                    <a:pt x="91" y="35"/>
                    <a:pt x="71" y="38"/>
                    <a:pt x="42" y="51"/>
                  </a:cubicBezTo>
                  <a:cubicBezTo>
                    <a:pt x="9" y="63"/>
                    <a:pt x="0" y="38"/>
                    <a:pt x="7" y="25"/>
                  </a:cubicBezTo>
                  <a:cubicBezTo>
                    <a:pt x="16" y="8"/>
                    <a:pt x="62" y="0"/>
                    <a:pt x="102" y="29"/>
                  </a:cubicBezTo>
                  <a:cubicBezTo>
                    <a:pt x="104" y="31"/>
                    <a:pt x="103" y="34"/>
                    <a:pt x="101"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0800"/>
            </a:p>
          </p:txBody>
        </p:sp>
        <p:sp>
          <p:nvSpPr>
            <p:cNvPr id="29" name="is1îḓè">
              <a:extLst>
                <a:ext uri="{FF2B5EF4-FFF2-40B4-BE49-F238E27FC236}">
                  <a16:creationId xmlns:a16="http://schemas.microsoft.com/office/drawing/2014/main" id="{E8C4B520-F066-4E11-9613-55CDE4770A87}"/>
                </a:ext>
              </a:extLst>
            </p:cNvPr>
            <p:cNvSpPr/>
            <p:nvPr/>
          </p:nvSpPr>
          <p:spPr bwMode="auto">
            <a:xfrm>
              <a:off x="10750546" y="3952875"/>
              <a:ext cx="465138" cy="415925"/>
            </a:xfrm>
            <a:custGeom>
              <a:avLst/>
              <a:gdLst>
                <a:gd name="T0" fmla="*/ 8 w 141"/>
                <a:gd name="T1" fmla="*/ 3 h 126"/>
                <a:gd name="T2" fmla="*/ 91 w 141"/>
                <a:gd name="T3" fmla="*/ 51 h 126"/>
                <a:gd name="T4" fmla="*/ 98 w 141"/>
                <a:gd name="T5" fmla="*/ 118 h 126"/>
                <a:gd name="T6" fmla="*/ 1 w 141"/>
                <a:gd name="T7" fmla="*/ 7 h 126"/>
                <a:gd name="T8" fmla="*/ 8 w 141"/>
                <a:gd name="T9" fmla="*/ 3 h 126"/>
              </a:gdLst>
              <a:ahLst/>
              <a:cxnLst>
                <a:cxn ang="0">
                  <a:pos x="T0" y="T1"/>
                </a:cxn>
                <a:cxn ang="0">
                  <a:pos x="T2" y="T3"/>
                </a:cxn>
                <a:cxn ang="0">
                  <a:pos x="T4" y="T5"/>
                </a:cxn>
                <a:cxn ang="0">
                  <a:pos x="T6" y="T7"/>
                </a:cxn>
                <a:cxn ang="0">
                  <a:pos x="T8" y="T9"/>
                </a:cxn>
              </a:cxnLst>
              <a:rect l="0" t="0" r="r" b="b"/>
              <a:pathLst>
                <a:path w="141" h="126">
                  <a:moveTo>
                    <a:pt x="8" y="3"/>
                  </a:moveTo>
                  <a:cubicBezTo>
                    <a:pt x="20" y="13"/>
                    <a:pt x="45" y="33"/>
                    <a:pt x="91" y="51"/>
                  </a:cubicBezTo>
                  <a:cubicBezTo>
                    <a:pt x="141" y="75"/>
                    <a:pt x="121" y="112"/>
                    <a:pt x="98" y="118"/>
                  </a:cubicBezTo>
                  <a:cubicBezTo>
                    <a:pt x="70" y="126"/>
                    <a:pt x="11" y="83"/>
                    <a:pt x="1" y="7"/>
                  </a:cubicBezTo>
                  <a:cubicBezTo>
                    <a:pt x="0" y="2"/>
                    <a:pt x="5"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0800"/>
            </a:p>
          </p:txBody>
        </p:sp>
        <p:sp>
          <p:nvSpPr>
            <p:cNvPr id="30" name="îŝļïḓe">
              <a:extLst>
                <a:ext uri="{FF2B5EF4-FFF2-40B4-BE49-F238E27FC236}">
                  <a16:creationId xmlns:a16="http://schemas.microsoft.com/office/drawing/2014/main" id="{F3245EFD-BD8B-46A7-8F90-85101C42A4FC}"/>
                </a:ext>
              </a:extLst>
            </p:cNvPr>
            <p:cNvSpPr/>
            <p:nvPr/>
          </p:nvSpPr>
          <p:spPr bwMode="auto">
            <a:xfrm>
              <a:off x="10928346" y="3843337"/>
              <a:ext cx="342900" cy="182563"/>
            </a:xfrm>
            <a:custGeom>
              <a:avLst/>
              <a:gdLst>
                <a:gd name="T0" fmla="*/ 4 w 104"/>
                <a:gd name="T1" fmla="*/ 15 h 55"/>
                <a:gd name="T2" fmla="*/ 65 w 104"/>
                <a:gd name="T3" fmla="*/ 7 h 55"/>
                <a:gd name="T4" fmla="*/ 95 w 104"/>
                <a:gd name="T5" fmla="*/ 38 h 55"/>
                <a:gd name="T6" fmla="*/ 2 w 104"/>
                <a:gd name="T7" fmla="*/ 20 h 55"/>
                <a:gd name="T8" fmla="*/ 4 w 104"/>
                <a:gd name="T9" fmla="*/ 15 h 55"/>
              </a:gdLst>
              <a:ahLst/>
              <a:cxnLst>
                <a:cxn ang="0">
                  <a:pos x="T0" y="T1"/>
                </a:cxn>
                <a:cxn ang="0">
                  <a:pos x="T2" y="T3"/>
                </a:cxn>
                <a:cxn ang="0">
                  <a:pos x="T4" y="T5"/>
                </a:cxn>
                <a:cxn ang="0">
                  <a:pos x="T6" y="T7"/>
                </a:cxn>
                <a:cxn ang="0">
                  <a:pos x="T8" y="T9"/>
                </a:cxn>
              </a:cxnLst>
              <a:rect l="0" t="0" r="r" b="b"/>
              <a:pathLst>
                <a:path w="104" h="55">
                  <a:moveTo>
                    <a:pt x="4" y="15"/>
                  </a:moveTo>
                  <a:cubicBezTo>
                    <a:pt x="15" y="16"/>
                    <a:pt x="35" y="16"/>
                    <a:pt x="65" y="7"/>
                  </a:cubicBezTo>
                  <a:cubicBezTo>
                    <a:pt x="100" y="0"/>
                    <a:pt x="104" y="26"/>
                    <a:pt x="95" y="38"/>
                  </a:cubicBezTo>
                  <a:cubicBezTo>
                    <a:pt x="84" y="54"/>
                    <a:pt x="37" y="55"/>
                    <a:pt x="2" y="20"/>
                  </a:cubicBezTo>
                  <a:cubicBezTo>
                    <a:pt x="0" y="18"/>
                    <a:pt x="2" y="15"/>
                    <a:pt x="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0800"/>
            </a:p>
          </p:txBody>
        </p:sp>
      </p:grpSp>
      <p:sp>
        <p:nvSpPr>
          <p:cNvPr id="5" name="ïšḷiḋe"/>
          <p:cNvSpPr>
            <a:spLocks noGrp="1"/>
          </p:cNvSpPr>
          <p:nvPr>
            <p:ph type="title"/>
          </p:nvPr>
        </p:nvSpPr>
        <p:spPr>
          <a:xfrm>
            <a:off x="7794849" y="5691672"/>
            <a:ext cx="9166726" cy="1790700"/>
          </a:xfrm>
        </p:spPr>
        <p:txBody>
          <a:bodyPr>
            <a:normAutofit/>
          </a:bodyPr>
          <a:lstStyle/>
          <a:p>
            <a:pPr algn="ctr"/>
            <a:r>
              <a:rPr lang="en-US" altLang="zh-CN" sz="8800" dirty="0">
                <a:solidFill>
                  <a:srgbClr val="0070C0"/>
                </a:solidFill>
                <a:latin typeface="Calibri" panose="020F0502020204030204" pitchFamily="34" charset="0"/>
                <a:cs typeface="Calibri" panose="020F0502020204030204" pitchFamily="34" charset="0"/>
              </a:rPr>
              <a:t>IT Introduction</a:t>
            </a:r>
            <a:endParaRPr lang="zh-CN" altLang="en-US" sz="8800" dirty="0">
              <a:solidFill>
                <a:srgbClr val="0070C0"/>
              </a:solidFill>
              <a:latin typeface="Calibri" panose="020F0502020204030204" pitchFamily="34" charset="0"/>
              <a:cs typeface="Calibri" panose="020F0502020204030204" pitchFamily="34" charset="0"/>
            </a:endParaRPr>
          </a:p>
        </p:txBody>
      </p:sp>
      <p:pic>
        <p:nvPicPr>
          <p:cNvPr id="2" name="Picture 36" descr="clipboard-2026-08-04T05-18-24-060Z-1e3d3cbf.png">
            <a:extLst>
              <a:ext uri="{FF2B5EF4-FFF2-40B4-BE49-F238E27FC236}">
                <a16:creationId xmlns:a16="http://schemas.microsoft.com/office/drawing/2014/main" id="{DB21A5E3-F1CD-DB53-0BCE-77D22AD6C169}"/>
              </a:ext>
            </a:extLst>
          </p:cNvPr>
          <p:cNvPicPr>
            <a:picLocks noChangeAspect="1"/>
          </p:cNvPicPr>
          <p:nvPr/>
        </p:nvPicPr>
        <p:blipFill>
          <a:blip r:embed="rId3"/>
          <a:stretch>
            <a:fillRect/>
          </a:stretch>
        </p:blipFill>
        <p:spPr>
          <a:xfrm>
            <a:off x="22021800" y="12798771"/>
            <a:ext cx="2298600" cy="917229"/>
          </a:xfrm>
          <a:prstGeom prst="rect">
            <a:avLst/>
          </a:prstGeom>
        </p:spPr>
      </p:pic>
    </p:spTree>
    <p:custDataLst>
      <p:tags r:id="rId1"/>
    </p:custDataLst>
    <p:extLst>
      <p:ext uri="{BB962C8B-B14F-4D97-AF65-F5344CB8AC3E}">
        <p14:creationId xmlns:p14="http://schemas.microsoft.com/office/powerpoint/2010/main" val="3307449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35"/>
          <p:cNvSpPr>
            <a:spLocks noGrp="1"/>
          </p:cNvSpPr>
          <p:nvPr>
            <p:ph type="title"/>
          </p:nvPr>
        </p:nvSpPr>
        <p:spPr/>
        <p:txBody>
          <a:bodyPr/>
          <a:lstStyle/>
          <a:p>
            <a:r>
              <a:rPr lang="en-GB" dirty="0"/>
              <a:t>Introduction to IT</a:t>
            </a:r>
          </a:p>
        </p:txBody>
      </p:sp>
      <p:sp>
        <p:nvSpPr>
          <p:cNvPr id="8" name="文本框 7">
            <a:extLst>
              <a:ext uri="{FF2B5EF4-FFF2-40B4-BE49-F238E27FC236}">
                <a16:creationId xmlns:a16="http://schemas.microsoft.com/office/drawing/2014/main" id="{0F0C1636-5EA0-6C6D-2AC3-9D77D0D2215A}"/>
              </a:ext>
            </a:extLst>
          </p:cNvPr>
          <p:cNvSpPr txBox="1"/>
          <p:nvPr/>
        </p:nvSpPr>
        <p:spPr>
          <a:xfrm>
            <a:off x="1030760" y="2669586"/>
            <a:ext cx="11189995" cy="9571851"/>
          </a:xfrm>
          <a:prstGeom prst="rect">
            <a:avLst/>
          </a:prstGeom>
          <a:noFill/>
        </p:spPr>
        <p:txBody>
          <a:bodyPr wrap="square">
            <a:spAutoFit/>
          </a:bodyPr>
          <a:lstStyle/>
          <a:p>
            <a:pPr marL="342900" indent="-342900" algn="l">
              <a:spcBef>
                <a:spcPct val="20000"/>
              </a:spcBef>
              <a:buClr>
                <a:schemeClr val="accent2"/>
              </a:buClr>
              <a:buFont typeface="Wingdings" panose="05000000000000000000" pitchFamily="2" charset="2"/>
              <a:buChar char="Ø"/>
              <a:defRPr/>
            </a:pPr>
            <a:r>
              <a:rPr lang="zh-CN" altLang="en-US" sz="4000" b="1" dirty="0">
                <a:solidFill>
                  <a:schemeClr val="tx1"/>
                </a:solidFill>
                <a:ea typeface="宋体" pitchFamily="2" charset="-122"/>
              </a:rPr>
              <a:t> </a:t>
            </a:r>
            <a:r>
              <a:rPr lang="en-US" altLang="zh-CN" sz="4000" b="1" dirty="0">
                <a:solidFill>
                  <a:schemeClr val="tx1"/>
                </a:solidFill>
                <a:ea typeface="宋体" pitchFamily="2" charset="-122"/>
              </a:rPr>
              <a:t>APAC IT Organization</a:t>
            </a:r>
          </a:p>
          <a:p>
            <a:pPr marL="342900" indent="-342900" algn="l">
              <a:spcBef>
                <a:spcPct val="20000"/>
              </a:spcBef>
              <a:buClr>
                <a:schemeClr val="accent2"/>
              </a:buClr>
              <a:buFont typeface="Wingdings" panose="05000000000000000000" pitchFamily="2" charset="2"/>
              <a:buChar char="Ø"/>
              <a:defRPr/>
            </a:pPr>
            <a:r>
              <a:rPr lang="zh-CN" altLang="en-US" sz="4000" b="1" dirty="0">
                <a:solidFill>
                  <a:schemeClr val="tx1"/>
                </a:solidFill>
                <a:ea typeface="宋体" pitchFamily="2" charset="-122"/>
              </a:rPr>
              <a:t> </a:t>
            </a:r>
            <a:r>
              <a:rPr lang="en-US" altLang="zh-CN" sz="4000" b="1" dirty="0" err="1">
                <a:solidFill>
                  <a:schemeClr val="tx1"/>
                </a:solidFill>
                <a:ea typeface="宋体" pitchFamily="2" charset="-122"/>
              </a:rPr>
              <a:t>Intranet&amp;Network</a:t>
            </a:r>
            <a:endParaRPr lang="en-US" altLang="zh-CN" sz="4000" b="1" dirty="0">
              <a:solidFill>
                <a:schemeClr val="tx1"/>
              </a:solidFill>
              <a:ea typeface="宋体" pitchFamily="2" charset="-122"/>
            </a:endParaRP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Standard Software &amp; Application</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Jira IT Ticket System</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Register Multi-factor authentication (MFA)</a:t>
            </a:r>
          </a:p>
          <a:p>
            <a:pPr marL="342900" marR="0" lvl="0" indent="-342900" algn="l" defTabSz="914400" eaLnBrk="1" latinLnBrk="0" hangingPunct="1">
              <a:spcBef>
                <a:spcPct val="20000"/>
              </a:spcBef>
              <a:buClr>
                <a:schemeClr val="accent2"/>
              </a:buClr>
              <a:buSzTx/>
              <a:buFont typeface="Wingdings" panose="05000000000000000000" pitchFamily="2" charset="2"/>
              <a:buChar char="Ø"/>
              <a:tabLst/>
              <a:defRPr/>
            </a:pPr>
            <a:r>
              <a:rPr lang="en-US" altLang="zh-CN" sz="4000" b="1" dirty="0">
                <a:solidFill>
                  <a:schemeClr val="tx1"/>
                </a:solidFill>
                <a:ea typeface="宋体" pitchFamily="2" charset="-122"/>
              </a:rPr>
              <a:t> Cisco AnyConnect VPN</a:t>
            </a:r>
          </a:p>
          <a:p>
            <a:pPr marL="342900" marR="0" lvl="0" indent="-342900" algn="l" defTabSz="914400" eaLnBrk="1" latinLnBrk="0" hangingPunct="1">
              <a:spcBef>
                <a:spcPct val="20000"/>
              </a:spcBef>
              <a:buClr>
                <a:schemeClr val="accent2"/>
              </a:buClr>
              <a:buSzTx/>
              <a:buFont typeface="Wingdings" panose="05000000000000000000" pitchFamily="2" charset="2"/>
              <a:buChar char="Ø"/>
              <a:tabLst/>
              <a:defRPr/>
            </a:pPr>
            <a:r>
              <a:rPr lang="zh-CN" altLang="en-US" sz="4000" b="1" dirty="0">
                <a:solidFill>
                  <a:schemeClr val="tx1"/>
                </a:solidFill>
                <a:ea typeface="宋体" pitchFamily="2" charset="-122"/>
              </a:rPr>
              <a:t> </a:t>
            </a:r>
            <a:r>
              <a:rPr lang="en-US" altLang="zh-CN" sz="4000" b="1" dirty="0">
                <a:solidFill>
                  <a:schemeClr val="tx1"/>
                </a:solidFill>
                <a:ea typeface="宋体" pitchFamily="2" charset="-122"/>
              </a:rPr>
              <a:t>Network Driver</a:t>
            </a:r>
          </a:p>
          <a:p>
            <a:pPr marL="342900" marR="0" lvl="0" indent="-342900" algn="l" defTabSz="914400" eaLnBrk="1" latinLnBrk="0" hangingPunct="1">
              <a:spcBef>
                <a:spcPct val="20000"/>
              </a:spcBef>
              <a:buClr>
                <a:schemeClr val="accent2"/>
              </a:buClr>
              <a:buSzTx/>
              <a:buFont typeface="Wingdings" panose="05000000000000000000" pitchFamily="2" charset="2"/>
              <a:buChar char="Ø"/>
              <a:tabLst/>
              <a:defRPr/>
            </a:pPr>
            <a:r>
              <a:rPr lang="zh-CN" altLang="en-US" sz="4000" b="1" dirty="0">
                <a:solidFill>
                  <a:schemeClr val="tx1"/>
                </a:solidFill>
                <a:ea typeface="宋体" pitchFamily="2" charset="-122"/>
              </a:rPr>
              <a:t> </a:t>
            </a:r>
            <a:r>
              <a:rPr lang="en-US" altLang="zh-CN" sz="4000" b="1" dirty="0">
                <a:solidFill>
                  <a:schemeClr val="tx1"/>
                </a:solidFill>
                <a:ea typeface="宋体" pitchFamily="2" charset="-122"/>
              </a:rPr>
              <a:t>How to Add a Printer</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Outlook </a:t>
            </a:r>
            <a:r>
              <a:rPr lang="en-US" altLang="zh-CN" sz="4000" b="1" dirty="0" err="1">
                <a:solidFill>
                  <a:schemeClr val="tx1"/>
                </a:solidFill>
                <a:ea typeface="宋体" pitchFamily="2" charset="-122"/>
              </a:rPr>
              <a:t>backup&amp;Online</a:t>
            </a:r>
            <a:r>
              <a:rPr lang="en-US" altLang="zh-CN" sz="4000" b="1" dirty="0">
                <a:solidFill>
                  <a:schemeClr val="tx1"/>
                </a:solidFill>
                <a:ea typeface="宋体" pitchFamily="2" charset="-122"/>
              </a:rPr>
              <a:t> version overview</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Book Meeting Room</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Teams Channels</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Basic IT Policy in Jula</a:t>
            </a:r>
          </a:p>
          <a:p>
            <a:pPr marL="342900" indent="-342900" algn="l">
              <a:spcBef>
                <a:spcPct val="20000"/>
              </a:spcBef>
              <a:buClr>
                <a:schemeClr val="accent2"/>
              </a:buClr>
              <a:buFont typeface="Wingdings" panose="05000000000000000000" pitchFamily="2" charset="2"/>
              <a:buChar char="Ø"/>
              <a:defRPr/>
            </a:pPr>
            <a:r>
              <a:rPr lang="en-US" altLang="zh-CN" sz="4000" b="1" dirty="0">
                <a:solidFill>
                  <a:schemeClr val="tx1"/>
                </a:solidFill>
                <a:ea typeface="宋体" pitchFamily="2" charset="-122"/>
              </a:rPr>
              <a:t> Q&amp;A</a:t>
            </a:r>
          </a:p>
        </p:txBody>
      </p:sp>
      <p:pic>
        <p:nvPicPr>
          <p:cNvPr id="6" name="图片 5">
            <a:extLst>
              <a:ext uri="{FF2B5EF4-FFF2-40B4-BE49-F238E27FC236}">
                <a16:creationId xmlns:a16="http://schemas.microsoft.com/office/drawing/2014/main" id="{7421A784-09D2-E82D-A081-74AD6B1D4933}"/>
              </a:ext>
            </a:extLst>
          </p:cNvPr>
          <p:cNvPicPr>
            <a:picLocks noChangeAspect="1"/>
          </p:cNvPicPr>
          <p:nvPr/>
        </p:nvPicPr>
        <p:blipFill>
          <a:blip r:embed="rId2"/>
          <a:stretch>
            <a:fillRect/>
          </a:stretch>
        </p:blipFill>
        <p:spPr>
          <a:xfrm>
            <a:off x="13701623" y="2669586"/>
            <a:ext cx="8305800" cy="9774408"/>
          </a:xfrm>
          <a:prstGeom prst="rect">
            <a:avLst/>
          </a:prstGeom>
        </p:spPr>
      </p:pic>
      <p:pic>
        <p:nvPicPr>
          <p:cNvPr id="37" name="Picture 36" descr="clipboard-2026-08-04T05-18-24-060Z-1e3d3cbf.png"/>
          <p:cNvPicPr>
            <a:picLocks noChangeAspect="1"/>
          </p:cNvPicPr>
          <p:nvPr/>
        </p:nvPicPr>
        <p:blipFill>
          <a:blip r:embed="rId3"/>
          <a:stretch>
            <a:fillRect/>
          </a:stretch>
        </p:blipFill>
        <p:spPr>
          <a:xfrm>
            <a:off x="22021800" y="12798771"/>
            <a:ext cx="2298600" cy="917229"/>
          </a:xfrm>
          <a:prstGeom prst="rect">
            <a:avLst/>
          </a:prstGeom>
        </p:spPr>
      </p:pic>
    </p:spTree>
    <p:extLst>
      <p:ext uri="{BB962C8B-B14F-4D97-AF65-F5344CB8AC3E}">
        <p14:creationId xmlns:p14="http://schemas.microsoft.com/office/powerpoint/2010/main" val="104205145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05A0605-D58F-787E-F3B9-06240507BF75}"/>
              </a:ext>
            </a:extLst>
          </p:cNvPr>
          <p:cNvSpPr>
            <a:spLocks noGrp="1"/>
          </p:cNvSpPr>
          <p:nvPr>
            <p:ph type="title"/>
          </p:nvPr>
        </p:nvSpPr>
        <p:spPr/>
        <p:txBody>
          <a:bodyPr/>
          <a:lstStyle/>
          <a:p>
            <a:r>
              <a:rPr lang="en-GB" dirty="0"/>
              <a:t>A</a:t>
            </a:r>
            <a:r>
              <a:rPr lang="en-US" dirty="0"/>
              <a:t>PAC</a:t>
            </a:r>
            <a:r>
              <a:rPr lang="en-GB" dirty="0"/>
              <a:t> IT Organization</a:t>
            </a:r>
            <a:endParaRPr lang="en-US" dirty="0"/>
          </a:p>
        </p:txBody>
      </p:sp>
      <p:sp>
        <p:nvSpPr>
          <p:cNvPr id="88" name="TextBox 3">
            <a:extLst>
              <a:ext uri="{FF2B5EF4-FFF2-40B4-BE49-F238E27FC236}">
                <a16:creationId xmlns:a16="http://schemas.microsoft.com/office/drawing/2014/main" id="{222724D3-3179-C906-45E4-B186585EA534}"/>
              </a:ext>
            </a:extLst>
          </p:cNvPr>
          <p:cNvSpPr txBox="1"/>
          <p:nvPr/>
        </p:nvSpPr>
        <p:spPr>
          <a:xfrm>
            <a:off x="8458200" y="3727498"/>
            <a:ext cx="6096000" cy="646331"/>
          </a:xfrm>
          <a:prstGeom prst="rect">
            <a:avLst/>
          </a:prstGeom>
          <a:solidFill>
            <a:schemeClr val="bg2"/>
          </a:solidFill>
        </p:spPr>
        <p:txBody>
          <a:bodyPr wrap="square" rtlCol="0">
            <a:spAutoFit/>
          </a:bodyPr>
          <a:lstStyle/>
          <a:p>
            <a:pPr eaLnBrk="0" hangingPunct="0">
              <a:defRPr/>
            </a:pPr>
            <a:r>
              <a:rPr lang="en-US" altLang="zh-CN" sz="3600" b="1" dirty="0">
                <a:solidFill>
                  <a:schemeClr val="bg1"/>
                </a:solidFill>
                <a:latin typeface="Arial" charset="0"/>
                <a:ea typeface="+mn-ea"/>
                <a:cs typeface="+mn-cs"/>
              </a:rPr>
              <a:t>Jula APAC IT </a:t>
            </a:r>
            <a:r>
              <a:rPr lang="en-US" sz="3600" b="1" dirty="0">
                <a:solidFill>
                  <a:schemeClr val="bg1"/>
                </a:solidFill>
                <a:latin typeface="Arial" charset="0"/>
                <a:ea typeface="+mn-ea"/>
                <a:cs typeface="+mn-cs"/>
              </a:rPr>
              <a:t>Team</a:t>
            </a:r>
          </a:p>
        </p:txBody>
      </p:sp>
      <p:sp>
        <p:nvSpPr>
          <p:cNvPr id="4" name="Rectangle 58">
            <a:extLst>
              <a:ext uri="{FF2B5EF4-FFF2-40B4-BE49-F238E27FC236}">
                <a16:creationId xmlns:a16="http://schemas.microsoft.com/office/drawing/2014/main" id="{35585BC0-0D6F-6DB4-F741-61F51B6F604B}"/>
              </a:ext>
            </a:extLst>
          </p:cNvPr>
          <p:cNvSpPr/>
          <p:nvPr/>
        </p:nvSpPr>
        <p:spPr bwMode="auto">
          <a:xfrm>
            <a:off x="1517794" y="4906238"/>
            <a:ext cx="8918851" cy="4392275"/>
          </a:xfrm>
          <a:prstGeom prst="rect">
            <a:avLst/>
          </a:prstGeom>
          <a:noFill/>
          <a:ln w="25400" cap="flat" cmpd="sng" algn="ctr">
            <a:no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pic>
        <p:nvPicPr>
          <p:cNvPr id="5" name="图片 4">
            <a:extLst>
              <a:ext uri="{FF2B5EF4-FFF2-40B4-BE49-F238E27FC236}">
                <a16:creationId xmlns:a16="http://schemas.microsoft.com/office/drawing/2014/main" id="{F8241366-B8B7-FAF5-EA98-FD600BB08A03}"/>
              </a:ext>
            </a:extLst>
          </p:cNvPr>
          <p:cNvPicPr>
            <a:picLocks noChangeAspect="1"/>
          </p:cNvPicPr>
          <p:nvPr/>
        </p:nvPicPr>
        <p:blipFill>
          <a:blip r:embed="rId2"/>
          <a:stretch>
            <a:fillRect/>
          </a:stretch>
        </p:blipFill>
        <p:spPr>
          <a:xfrm>
            <a:off x="2849997" y="5819165"/>
            <a:ext cx="8677769" cy="3981565"/>
          </a:xfrm>
          <a:prstGeom prst="rect">
            <a:avLst/>
          </a:prstGeom>
        </p:spPr>
      </p:pic>
      <p:pic>
        <p:nvPicPr>
          <p:cNvPr id="7" name="图片 6">
            <a:extLst>
              <a:ext uri="{FF2B5EF4-FFF2-40B4-BE49-F238E27FC236}">
                <a16:creationId xmlns:a16="http://schemas.microsoft.com/office/drawing/2014/main" id="{7CFD754B-F860-291A-2D82-9B05DE38C13B}"/>
              </a:ext>
            </a:extLst>
          </p:cNvPr>
          <p:cNvPicPr>
            <a:picLocks noChangeAspect="1"/>
          </p:cNvPicPr>
          <p:nvPr/>
        </p:nvPicPr>
        <p:blipFill>
          <a:blip r:embed="rId3"/>
          <a:stretch>
            <a:fillRect/>
          </a:stretch>
        </p:blipFill>
        <p:spPr>
          <a:xfrm>
            <a:off x="13413931" y="6858000"/>
            <a:ext cx="8576239" cy="2244042"/>
          </a:xfrm>
          <a:prstGeom prst="rect">
            <a:avLst/>
          </a:prstGeom>
        </p:spPr>
      </p:pic>
      <p:pic>
        <p:nvPicPr>
          <p:cNvPr id="2" name="Picture 36" descr="clipboard-2026-08-04T05-18-24-060Z-1e3d3cbf.png">
            <a:extLst>
              <a:ext uri="{FF2B5EF4-FFF2-40B4-BE49-F238E27FC236}">
                <a16:creationId xmlns:a16="http://schemas.microsoft.com/office/drawing/2014/main" id="{BC3060F0-D154-6A13-B9B6-96BB5520DF51}"/>
              </a:ext>
            </a:extLst>
          </p:cNvPr>
          <p:cNvPicPr>
            <a:picLocks noChangeAspect="1"/>
          </p:cNvPicPr>
          <p:nvPr/>
        </p:nvPicPr>
        <p:blipFill>
          <a:blip r:embed="rId4"/>
          <a:stretch>
            <a:fillRect/>
          </a:stretch>
        </p:blipFill>
        <p:spPr>
          <a:xfrm>
            <a:off x="22021800" y="12798771"/>
            <a:ext cx="2298600" cy="917229"/>
          </a:xfrm>
          <a:prstGeom prst="rect">
            <a:avLst/>
          </a:prstGeom>
        </p:spPr>
      </p:pic>
    </p:spTree>
    <p:extLst>
      <p:ext uri="{BB962C8B-B14F-4D97-AF65-F5344CB8AC3E}">
        <p14:creationId xmlns:p14="http://schemas.microsoft.com/office/powerpoint/2010/main" val="40920748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zh-CN" dirty="0" err="1"/>
              <a:t>Intranet&amp;Network</a:t>
            </a:r>
            <a:endParaRPr lang="en-GB" dirty="0"/>
          </a:p>
        </p:txBody>
      </p:sp>
      <p:sp>
        <p:nvSpPr>
          <p:cNvPr id="5" name="TextBox 4">
            <a:extLst>
              <a:ext uri="{FF2B5EF4-FFF2-40B4-BE49-F238E27FC236}">
                <a16:creationId xmlns:a16="http://schemas.microsoft.com/office/drawing/2014/main" id="{5A9B7143-8C34-E008-0CC5-FE7A32050138}"/>
              </a:ext>
            </a:extLst>
          </p:cNvPr>
          <p:cNvSpPr txBox="1"/>
          <p:nvPr/>
        </p:nvSpPr>
        <p:spPr>
          <a:xfrm>
            <a:off x="1030760" y="2587248"/>
            <a:ext cx="11717550" cy="1323439"/>
          </a:xfrm>
          <a:prstGeom prst="rect">
            <a:avLst/>
          </a:prstGeom>
          <a:noFill/>
        </p:spPr>
        <p:txBody>
          <a:bodyPr wrap="square">
            <a:spAutoFit/>
          </a:bodyPr>
          <a:lstStyle/>
          <a:p>
            <a:pPr algn="l"/>
            <a:r>
              <a:rPr lang="en-US" altLang="zh-CN" sz="4000" b="1" dirty="0">
                <a:solidFill>
                  <a:schemeClr val="bg2"/>
                </a:solidFill>
                <a:latin typeface="Arial" panose="020B0604020202020204" pitchFamily="34" charset="0"/>
                <a:cs typeface="Arial" panose="020B0604020202020204" pitchFamily="34" charset="0"/>
              </a:rPr>
              <a:t>Intranet</a:t>
            </a:r>
            <a:endParaRPr lang="en-US" sz="4000" b="1" dirty="0">
              <a:solidFill>
                <a:srgbClr val="5DC0E7"/>
              </a:solidFill>
              <a:latin typeface="Arial" panose="020B0604020202020204" pitchFamily="34" charset="0"/>
              <a:cs typeface="Arial" panose="020B0604020202020204" pitchFamily="34" charset="0"/>
              <a:hlinkClick r:id="rId2"/>
            </a:endParaRPr>
          </a:p>
          <a:p>
            <a:pPr algn="l"/>
            <a:r>
              <a:rPr lang="en-US" sz="4000" b="1" dirty="0">
                <a:solidFill>
                  <a:srgbClr val="5DC0E7"/>
                </a:solidFill>
                <a:latin typeface="Arial" panose="020B0604020202020204" pitchFamily="34" charset="0"/>
                <a:cs typeface="Arial" panose="020B0604020202020204" pitchFamily="34" charset="0"/>
                <a:hlinkClick r:id="rId2"/>
              </a:rPr>
              <a:t>https://intranet.julaholding.com/</a:t>
            </a:r>
            <a:endParaRPr lang="en-US" sz="4000" b="1" i="0" dirty="0">
              <a:solidFill>
                <a:srgbClr val="5DC0E7"/>
              </a:solidFill>
              <a:effectLst/>
              <a:latin typeface="Arial" panose="020B0604020202020204" pitchFamily="34" charset="0"/>
              <a:cs typeface="Arial" panose="020B0604020202020204" pitchFamily="34" charset="0"/>
            </a:endParaRPr>
          </a:p>
        </p:txBody>
      </p:sp>
      <p:pic>
        <p:nvPicPr>
          <p:cNvPr id="2" name="Picture 36" descr="clipboard-2026-08-04T05-18-24-060Z-1e3d3cbf.png">
            <a:extLst>
              <a:ext uri="{FF2B5EF4-FFF2-40B4-BE49-F238E27FC236}">
                <a16:creationId xmlns:a16="http://schemas.microsoft.com/office/drawing/2014/main" id="{C4A6A918-E0AB-655A-27D1-03EB5AAB2452}"/>
              </a:ext>
            </a:extLst>
          </p:cNvPr>
          <p:cNvPicPr>
            <a:picLocks noChangeAspect="1"/>
          </p:cNvPicPr>
          <p:nvPr/>
        </p:nvPicPr>
        <p:blipFill>
          <a:blip r:embed="rId3"/>
          <a:stretch>
            <a:fillRect/>
          </a:stretch>
        </p:blipFill>
        <p:spPr>
          <a:xfrm>
            <a:off x="22021800" y="12798771"/>
            <a:ext cx="2298600" cy="917229"/>
          </a:xfrm>
          <a:prstGeom prst="rect">
            <a:avLst/>
          </a:prstGeom>
        </p:spPr>
      </p:pic>
      <p:pic>
        <p:nvPicPr>
          <p:cNvPr id="8" name="图片 7">
            <a:extLst>
              <a:ext uri="{FF2B5EF4-FFF2-40B4-BE49-F238E27FC236}">
                <a16:creationId xmlns:a16="http://schemas.microsoft.com/office/drawing/2014/main" id="{4FFA8F76-D348-2485-B5A2-0BF71722C862}"/>
              </a:ext>
            </a:extLst>
          </p:cNvPr>
          <p:cNvPicPr>
            <a:picLocks noChangeAspect="1"/>
          </p:cNvPicPr>
          <p:nvPr/>
        </p:nvPicPr>
        <p:blipFill>
          <a:blip r:embed="rId4"/>
          <a:stretch>
            <a:fillRect/>
          </a:stretch>
        </p:blipFill>
        <p:spPr>
          <a:xfrm>
            <a:off x="1030760" y="4267200"/>
            <a:ext cx="11717550" cy="5685731"/>
          </a:xfrm>
          <a:prstGeom prst="rect">
            <a:avLst/>
          </a:prstGeom>
        </p:spPr>
      </p:pic>
      <p:sp>
        <p:nvSpPr>
          <p:cNvPr id="4" name="文本框 3">
            <a:extLst>
              <a:ext uri="{FF2B5EF4-FFF2-40B4-BE49-F238E27FC236}">
                <a16:creationId xmlns:a16="http://schemas.microsoft.com/office/drawing/2014/main" id="{2C7945A4-34BD-CB2D-A1EC-AA84E7B95CA3}"/>
              </a:ext>
            </a:extLst>
          </p:cNvPr>
          <p:cNvSpPr txBox="1"/>
          <p:nvPr/>
        </p:nvSpPr>
        <p:spPr>
          <a:xfrm>
            <a:off x="14097000" y="3418486"/>
            <a:ext cx="8458200" cy="8710077"/>
          </a:xfrm>
          <a:prstGeom prst="rect">
            <a:avLst/>
          </a:prstGeom>
          <a:noFill/>
        </p:spPr>
        <p:txBody>
          <a:bodyPr wrap="square">
            <a:spAutoFit/>
          </a:bodyPr>
          <a:lstStyle/>
          <a:p>
            <a:pPr marL="0" marR="0" algn="l">
              <a:buNone/>
            </a:pPr>
            <a:r>
              <a:rPr lang="en-US" altLang="zh-CN" sz="2800" b="1" dirty="0">
                <a:effectLst/>
                <a:latin typeface="Arial" panose="020B0604020202020204" pitchFamily="34" charset="0"/>
                <a:ea typeface="Calibri" panose="020F0502020204030204" pitchFamily="34" charset="0"/>
                <a:cs typeface="Arial" panose="020B0604020202020204" pitchFamily="34" charset="0"/>
              </a:rPr>
              <a:t>Shanghai Office</a:t>
            </a:r>
            <a:endParaRPr lang="en-US" altLang="zh-CN" sz="2800" dirty="0">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WIFI SSID </a:t>
            </a:r>
            <a:r>
              <a:rPr lang="zh-CN" altLang="zh-CN" sz="2800" dirty="0">
                <a:solidFill>
                  <a:schemeClr val="accent2"/>
                </a:solidFill>
                <a:effectLst/>
                <a:latin typeface="Arial" panose="020B0604020202020204" pitchFamily="34" charset="0"/>
                <a:ea typeface="Microsoft YaHei" panose="020B0503020204020204" pitchFamily="34" charset="-122"/>
                <a:cs typeface="Arial" panose="020B0604020202020204" pitchFamily="34" charset="0"/>
              </a:rPr>
              <a:t>内网</a:t>
            </a: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 </a:t>
            </a:r>
            <a:r>
              <a:rPr lang="en-US" altLang="zh-CN" sz="2800" dirty="0" err="1">
                <a:solidFill>
                  <a:schemeClr val="accent2"/>
                </a:solidFill>
                <a:effectLst/>
                <a:latin typeface="Arial" panose="020B0604020202020204" pitchFamily="34" charset="0"/>
                <a:ea typeface="Calibri" panose="020F0502020204030204" pitchFamily="34" charset="0"/>
                <a:cs typeface="Arial" panose="020B0604020202020204" pitchFamily="34" charset="0"/>
              </a:rPr>
              <a:t>hk_wlan</a:t>
            </a:r>
            <a:endPar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Calibri" panose="020F0502020204030204" pitchFamily="34" charset="0"/>
                <a:cs typeface="Arial" panose="020B0604020202020204" pitchFamily="34" charset="0"/>
              </a:rPr>
              <a:t>PW: s</a:t>
            </a:r>
            <a:r>
              <a:rPr lang="zh-CN" altLang="zh-CN" sz="2800" dirty="0">
                <a:effectLst/>
                <a:latin typeface="Arial" panose="020B0604020202020204" pitchFamily="34" charset="0"/>
                <a:ea typeface="Calibri" panose="020F0502020204030204" pitchFamily="34" charset="0"/>
                <a:cs typeface="Arial" panose="020B0604020202020204" pitchFamily="34" charset="0"/>
              </a:rPr>
              <a:t>PeXa7U4As</a:t>
            </a:r>
          </a:p>
          <a:p>
            <a:pPr marL="0" marR="0" algn="l">
              <a:buNone/>
            </a:pPr>
            <a:r>
              <a:rPr lang="en-US" altLang="zh-CN" sz="2800" dirty="0">
                <a:effectLst/>
                <a:latin typeface="Arial" panose="020B0604020202020204" pitchFamily="34" charset="0"/>
                <a:ea typeface="Calibri" panose="020F0502020204030204" pitchFamily="34" charset="0"/>
                <a:cs typeface="Arial" panose="020B0604020202020204" pitchFamily="34" charset="0"/>
              </a:rPr>
              <a:t> </a:t>
            </a:r>
          </a:p>
          <a:p>
            <a:pPr marL="0" marR="0" algn="l">
              <a:buNone/>
            </a:pP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WIFI: </a:t>
            </a:r>
            <a:r>
              <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Jula Asia_1</a:t>
            </a: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/Jula Asia_2/Jula_Asia-902-1</a:t>
            </a:r>
            <a:endPar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Calibri" panose="020F0502020204030204" pitchFamily="34" charset="0"/>
                <a:cs typeface="Arial" panose="020B0604020202020204" pitchFamily="34" charset="0"/>
              </a:rPr>
              <a:t>PW: </a:t>
            </a:r>
            <a:r>
              <a:rPr lang="zh-CN" altLang="zh-CN" sz="2800" dirty="0">
                <a:effectLst/>
                <a:latin typeface="Arial" panose="020B0604020202020204" pitchFamily="34" charset="0"/>
                <a:ea typeface="Calibri" panose="020F0502020204030204" pitchFamily="34" charset="0"/>
                <a:cs typeface="Arial" panose="020B0604020202020204" pitchFamily="34" charset="0"/>
              </a:rPr>
              <a:t>@siA0801</a:t>
            </a:r>
          </a:p>
          <a:p>
            <a:pPr marL="0" marR="0" algn="l">
              <a:buNone/>
            </a:pPr>
            <a:r>
              <a:rPr lang="zh-CN" altLang="zh-CN" sz="2800" dirty="0">
                <a:effectLst/>
                <a:latin typeface="Arial" panose="020B0604020202020204" pitchFamily="34" charset="0"/>
                <a:ea typeface="Calibri" panose="020F0502020204030204" pitchFamily="34" charset="0"/>
                <a:cs typeface="Arial" panose="020B0604020202020204" pitchFamily="34" charset="0"/>
              </a:rPr>
              <a:t> </a:t>
            </a:r>
          </a:p>
          <a:p>
            <a:pPr marL="0" marR="0" algn="l">
              <a:buNone/>
            </a:pPr>
            <a:r>
              <a:rPr lang="en-US" altLang="zh-CN" sz="2800" b="1" dirty="0">
                <a:effectLst/>
                <a:latin typeface="Arial" panose="020B0604020202020204" pitchFamily="34" charset="0"/>
                <a:ea typeface="Calibri" panose="020F0502020204030204" pitchFamily="34" charset="0"/>
                <a:cs typeface="Arial" panose="020B0604020202020204" pitchFamily="34" charset="0"/>
              </a:rPr>
              <a:t>Ningbo Office</a:t>
            </a:r>
            <a:endParaRPr lang="en-US" altLang="zh-CN" sz="2800" dirty="0">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WIFI SSID </a:t>
            </a:r>
            <a:r>
              <a:rPr lang="zh-CN" altLang="zh-CN" sz="2800" dirty="0">
                <a:solidFill>
                  <a:schemeClr val="accent2"/>
                </a:solidFill>
                <a:effectLst/>
                <a:latin typeface="Arial" panose="020B0604020202020204" pitchFamily="34" charset="0"/>
                <a:ea typeface="Microsoft YaHei" panose="020B0503020204020204" pitchFamily="34" charset="-122"/>
                <a:cs typeface="Arial" panose="020B0604020202020204" pitchFamily="34" charset="0"/>
              </a:rPr>
              <a:t>内网：</a:t>
            </a: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Jula-Employee</a:t>
            </a:r>
            <a:endPar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latin typeface="Arial" panose="020B0604020202020204" pitchFamily="34" charset="0"/>
                <a:ea typeface="Microsoft YaHei" panose="020B0503020204020204" pitchFamily="34" charset="-122"/>
                <a:cs typeface="Arial" panose="020B0604020202020204" pitchFamily="34" charset="0"/>
              </a:rPr>
              <a:t>PW</a:t>
            </a:r>
            <a:r>
              <a:rPr lang="zh-CN" altLang="zh-CN" sz="280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2800" dirty="0">
                <a:effectLst/>
                <a:latin typeface="Arial" panose="020B0604020202020204" pitchFamily="34" charset="0"/>
                <a:ea typeface="Calibri" panose="020F0502020204030204" pitchFamily="34" charset="0"/>
                <a:cs typeface="Arial" panose="020B0604020202020204" pitchFamily="34" charset="0"/>
              </a:rPr>
              <a:t>Julanb2017</a:t>
            </a:r>
            <a:endParaRPr lang="zh-CN" altLang="zh-CN" sz="2800" dirty="0">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Calibri" panose="020F0502020204030204" pitchFamily="34" charset="0"/>
                <a:cs typeface="Arial" panose="020B0604020202020204" pitchFamily="34" charset="0"/>
              </a:rPr>
              <a:t> </a:t>
            </a:r>
          </a:p>
          <a:p>
            <a:pPr marL="0" marR="0" algn="l">
              <a:buNone/>
            </a:pP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WIFI SSID</a:t>
            </a:r>
            <a:r>
              <a:rPr lang="zh-CN" altLang="zh-CN" sz="2800" dirty="0">
                <a:solidFill>
                  <a:schemeClr val="accent2"/>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2800" dirty="0" err="1">
                <a:solidFill>
                  <a:schemeClr val="accent2"/>
                </a:solidFill>
                <a:effectLst/>
                <a:latin typeface="Arial" panose="020B0604020202020204" pitchFamily="34" charset="0"/>
                <a:ea typeface="Calibri" panose="020F0502020204030204" pitchFamily="34" charset="0"/>
                <a:cs typeface="Arial" panose="020B0604020202020204" pitchFamily="34" charset="0"/>
              </a:rPr>
              <a:t>Jula_Guest</a:t>
            </a: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/Jula_Guest-5G</a:t>
            </a:r>
            <a:endPar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Microsoft YaHei" panose="020B0503020204020204" pitchFamily="34" charset="-122"/>
                <a:cs typeface="Arial" panose="020B0604020202020204" pitchFamily="34" charset="0"/>
              </a:rPr>
              <a:t>PW</a:t>
            </a:r>
            <a:r>
              <a:rPr lang="zh-CN" altLang="zh-CN" sz="2800" dirty="0">
                <a:effectLst/>
                <a:latin typeface="Arial" panose="020B0604020202020204" pitchFamily="34" charset="0"/>
                <a:ea typeface="Microsoft YaHei" panose="020B0503020204020204" pitchFamily="34" charset="-122"/>
                <a:cs typeface="Arial" panose="020B0604020202020204" pitchFamily="34" charset="0"/>
              </a:rPr>
              <a:t>：</a:t>
            </a:r>
            <a:r>
              <a:rPr lang="en-US" altLang="zh-CN" sz="2800" dirty="0">
                <a:effectLst/>
                <a:latin typeface="Arial" panose="020B0604020202020204" pitchFamily="34" charset="0"/>
                <a:ea typeface="Calibri" panose="020F0502020204030204" pitchFamily="34" charset="0"/>
                <a:cs typeface="Arial" panose="020B0604020202020204" pitchFamily="34" charset="0"/>
              </a:rPr>
              <a:t>@siA0801</a:t>
            </a:r>
            <a:endParaRPr lang="zh-CN" altLang="zh-CN" sz="2800" dirty="0">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Calibri" panose="020F0502020204030204" pitchFamily="34" charset="0"/>
                <a:cs typeface="Arial" panose="020B0604020202020204" pitchFamily="34" charset="0"/>
              </a:rPr>
              <a:t> </a:t>
            </a:r>
          </a:p>
          <a:p>
            <a:pPr marL="0" marR="0" algn="l">
              <a:buNone/>
            </a:pPr>
            <a:r>
              <a:rPr lang="en-US" altLang="zh-CN" sz="2800" b="1" dirty="0">
                <a:effectLst/>
                <a:latin typeface="Arial" panose="020B0604020202020204" pitchFamily="34" charset="0"/>
                <a:ea typeface="Calibri" panose="020F0502020204030204" pitchFamily="34" charset="0"/>
                <a:cs typeface="Arial" panose="020B0604020202020204" pitchFamily="34" charset="0"/>
              </a:rPr>
              <a:t>Guangzhou Office</a:t>
            </a:r>
            <a:endParaRPr lang="en-US" altLang="zh-CN" sz="2800" dirty="0">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WIFI SSID </a:t>
            </a:r>
            <a:r>
              <a:rPr lang="zh-CN" altLang="zh-CN" sz="2800" dirty="0">
                <a:solidFill>
                  <a:schemeClr val="accent2"/>
                </a:solidFill>
                <a:effectLst/>
                <a:latin typeface="Arial" panose="020B0604020202020204" pitchFamily="34" charset="0"/>
                <a:ea typeface="Microsoft YaHei" panose="020B0503020204020204" pitchFamily="34" charset="-122"/>
                <a:cs typeface="Arial" panose="020B0604020202020204" pitchFamily="34" charset="0"/>
              </a:rPr>
              <a:t>内网：</a:t>
            </a:r>
            <a:r>
              <a:rPr lang="en-US" altLang="zh-CN" sz="2800" dirty="0" err="1">
                <a:solidFill>
                  <a:schemeClr val="accent2"/>
                </a:solidFill>
                <a:effectLst/>
                <a:latin typeface="Arial" panose="020B0604020202020204" pitchFamily="34" charset="0"/>
                <a:ea typeface="Calibri" panose="020F0502020204030204" pitchFamily="34" charset="0"/>
                <a:cs typeface="Arial" panose="020B0604020202020204" pitchFamily="34" charset="0"/>
              </a:rPr>
              <a:t>JulaGZ</a:t>
            </a:r>
            <a:endPar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Microsoft YaHei" panose="020B0503020204020204" pitchFamily="34" charset="-122"/>
                <a:cs typeface="Arial" panose="020B0604020202020204" pitchFamily="34" charset="0"/>
              </a:rPr>
              <a:t>PW</a:t>
            </a:r>
            <a:r>
              <a:rPr lang="zh-CN" altLang="zh-CN" sz="2800" dirty="0">
                <a:effectLst/>
                <a:latin typeface="Arial" panose="020B0604020202020204" pitchFamily="34" charset="0"/>
                <a:ea typeface="Microsoft YaHei" panose="020B0503020204020204" pitchFamily="34" charset="-122"/>
                <a:cs typeface="Arial" panose="020B0604020202020204" pitchFamily="34" charset="0"/>
              </a:rPr>
              <a:t>：</a:t>
            </a:r>
            <a:r>
              <a:rPr lang="zh-CN" altLang="zh-CN" sz="2800" dirty="0">
                <a:effectLst/>
                <a:latin typeface="Arial" panose="020B0604020202020204" pitchFamily="34" charset="0"/>
                <a:ea typeface="Calibri" panose="020F0502020204030204" pitchFamily="34" charset="0"/>
                <a:cs typeface="Arial" panose="020B0604020202020204" pitchFamily="34" charset="0"/>
              </a:rPr>
              <a:t>Jula@2021</a:t>
            </a:r>
            <a:r>
              <a:rPr lang="en-US" altLang="zh-CN" sz="2800" dirty="0">
                <a:effectLst/>
                <a:latin typeface="Arial" panose="020B0604020202020204" pitchFamily="34" charset="0"/>
                <a:ea typeface="Calibri" panose="020F0502020204030204" pitchFamily="34" charset="0"/>
                <a:cs typeface="Arial" panose="020B0604020202020204" pitchFamily="34" charset="0"/>
              </a:rPr>
              <a:t>10</a:t>
            </a:r>
            <a:endParaRPr lang="zh-CN" altLang="zh-CN" sz="2800" dirty="0">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effectLst/>
                <a:latin typeface="Arial" panose="020B0604020202020204" pitchFamily="34" charset="0"/>
                <a:ea typeface="Calibri" panose="020F0502020204030204" pitchFamily="34" charset="0"/>
                <a:cs typeface="Arial" panose="020B0604020202020204" pitchFamily="34" charset="0"/>
              </a:rPr>
              <a:t> </a:t>
            </a:r>
          </a:p>
          <a:p>
            <a:pPr marL="0" marR="0" algn="l">
              <a:buNone/>
            </a:pP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WIFI SSID</a:t>
            </a:r>
            <a:r>
              <a:rPr lang="zh-CN" altLang="zh-CN" sz="2800" dirty="0">
                <a:solidFill>
                  <a:schemeClr val="accent2"/>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rPr>
              <a:t>Jula Employee-5G/</a:t>
            </a:r>
            <a:r>
              <a:rPr lang="en-US" altLang="zh-CN" sz="2800" dirty="0" err="1">
                <a:solidFill>
                  <a:schemeClr val="accent2"/>
                </a:solidFill>
                <a:effectLst/>
                <a:latin typeface="Arial" panose="020B0604020202020204" pitchFamily="34" charset="0"/>
                <a:ea typeface="Calibri" panose="020F0502020204030204" pitchFamily="34" charset="0"/>
                <a:cs typeface="Arial" panose="020B0604020202020204" pitchFamily="34" charset="0"/>
              </a:rPr>
              <a:t>JulaEmployee</a:t>
            </a:r>
            <a:endParaRPr lang="zh-CN" altLang="zh-CN" sz="28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p>
            <a:pPr marL="0" marR="0" algn="l">
              <a:buNone/>
            </a:pPr>
            <a:r>
              <a:rPr lang="en-US" altLang="zh-CN" sz="2800" dirty="0">
                <a:latin typeface="Arial" panose="020B0604020202020204" pitchFamily="34" charset="0"/>
                <a:ea typeface="Microsoft YaHei" panose="020B0503020204020204" pitchFamily="34" charset="-122"/>
                <a:cs typeface="Arial" panose="020B0604020202020204" pitchFamily="34" charset="0"/>
              </a:rPr>
              <a:t>PW</a:t>
            </a:r>
            <a:r>
              <a:rPr lang="zh-CN" altLang="zh-CN" sz="2800" dirty="0">
                <a:effectLst/>
                <a:latin typeface="Arial" panose="020B0604020202020204" pitchFamily="34" charset="0"/>
                <a:ea typeface="Microsoft YaHei" panose="020B0503020204020204" pitchFamily="34" charset="-122"/>
                <a:cs typeface="Arial" panose="020B0604020202020204" pitchFamily="34" charset="0"/>
              </a:rPr>
              <a:t>：</a:t>
            </a:r>
            <a:r>
              <a:rPr lang="zh-CN" altLang="zh-CN" sz="2800" dirty="0">
                <a:effectLst/>
                <a:latin typeface="Arial" panose="020B0604020202020204" pitchFamily="34" charset="0"/>
                <a:ea typeface="Calibri" panose="020F0502020204030204" pitchFamily="34" charset="0"/>
                <a:cs typeface="Arial" panose="020B0604020202020204" pitchFamily="34" charset="0"/>
              </a:rPr>
              <a:t>Jula</a:t>
            </a:r>
            <a:r>
              <a:rPr lang="en-US" altLang="zh-CN" sz="2800" dirty="0" err="1">
                <a:effectLst/>
                <a:latin typeface="Arial" panose="020B0604020202020204" pitchFamily="34" charset="0"/>
                <a:ea typeface="Calibri" panose="020F0502020204030204" pitchFamily="34" charset="0"/>
                <a:cs typeface="Arial" panose="020B0604020202020204" pitchFamily="34" charset="0"/>
              </a:rPr>
              <a:t>GZoffice</a:t>
            </a:r>
            <a:endParaRPr lang="zh-CN" altLang="zh-CN" sz="2800" dirty="0">
              <a:effectLst/>
              <a:latin typeface="Arial" panose="020B0604020202020204" pitchFamily="34" charset="0"/>
              <a:ea typeface="Calibri" panose="020F050202020403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81FBCF69-C98E-B225-0F12-990E8F8A4AAA}"/>
              </a:ext>
            </a:extLst>
          </p:cNvPr>
          <p:cNvSpPr txBox="1"/>
          <p:nvPr/>
        </p:nvSpPr>
        <p:spPr>
          <a:xfrm>
            <a:off x="14097000" y="2587248"/>
            <a:ext cx="8458200" cy="707886"/>
          </a:xfrm>
          <a:prstGeom prst="rect">
            <a:avLst/>
          </a:prstGeom>
          <a:noFill/>
        </p:spPr>
        <p:txBody>
          <a:bodyPr wrap="square">
            <a:spAutoFit/>
          </a:bodyPr>
          <a:lstStyle/>
          <a:p>
            <a:pPr algn="l"/>
            <a:r>
              <a:rPr lang="en-US" altLang="zh-CN" sz="4000" b="1" dirty="0">
                <a:solidFill>
                  <a:srgbClr val="1355A2"/>
                </a:solidFill>
                <a:latin typeface="Arial" panose="020B0604020202020204" pitchFamily="34" charset="0"/>
                <a:ea typeface="+mj-ea"/>
                <a:cs typeface="Arial" panose="020B0604020202020204" pitchFamily="34" charset="0"/>
              </a:rPr>
              <a:t>Network SSID</a:t>
            </a:r>
            <a:endParaRPr lang="en-US" altLang="zh-CN" sz="4000" b="1" dirty="0">
              <a:solidFill>
                <a:srgbClr val="1355A2"/>
              </a:solidFill>
              <a:latin typeface="Arial" panose="020B0604020202020204" pitchFamily="34" charset="0"/>
              <a:ea typeface="+mj-ea"/>
              <a:cs typeface="Arial" panose="020B0604020202020204" pitchFamily="34" charset="0"/>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0263333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Standard Software &amp; Application</a:t>
            </a:r>
          </a:p>
        </p:txBody>
      </p:sp>
      <p:pic>
        <p:nvPicPr>
          <p:cNvPr id="5" name="Picture 36" descr="clipboard-2026-08-04T05-18-24-060Z-1e3d3cbf.png">
            <a:extLst>
              <a:ext uri="{FF2B5EF4-FFF2-40B4-BE49-F238E27FC236}">
                <a16:creationId xmlns:a16="http://schemas.microsoft.com/office/drawing/2014/main" id="{790E0628-3337-88B9-CAE3-9C122DBA0888}"/>
              </a:ext>
            </a:extLst>
          </p:cNvPr>
          <p:cNvPicPr>
            <a:picLocks noChangeAspect="1"/>
          </p:cNvPicPr>
          <p:nvPr/>
        </p:nvPicPr>
        <p:blipFill>
          <a:blip r:embed="rId2"/>
          <a:stretch>
            <a:fillRect/>
          </a:stretch>
        </p:blipFill>
        <p:spPr>
          <a:xfrm>
            <a:off x="22021800" y="12798771"/>
            <a:ext cx="2298600" cy="917229"/>
          </a:xfrm>
          <a:prstGeom prst="rect">
            <a:avLst/>
          </a:prstGeom>
        </p:spPr>
      </p:pic>
      <p:pic>
        <p:nvPicPr>
          <p:cNvPr id="8" name="图片 7">
            <a:extLst>
              <a:ext uri="{FF2B5EF4-FFF2-40B4-BE49-F238E27FC236}">
                <a16:creationId xmlns:a16="http://schemas.microsoft.com/office/drawing/2014/main" id="{A293B9C5-AB42-6EBD-5046-4B62F1D59B0A}"/>
              </a:ext>
            </a:extLst>
          </p:cNvPr>
          <p:cNvPicPr>
            <a:picLocks noChangeAspect="1"/>
          </p:cNvPicPr>
          <p:nvPr/>
        </p:nvPicPr>
        <p:blipFill>
          <a:blip r:embed="rId3"/>
          <a:stretch>
            <a:fillRect/>
          </a:stretch>
        </p:blipFill>
        <p:spPr>
          <a:xfrm>
            <a:off x="10717554" y="3817185"/>
            <a:ext cx="13218635" cy="6557439"/>
          </a:xfrm>
          <a:prstGeom prst="rect">
            <a:avLst/>
          </a:prstGeom>
        </p:spPr>
      </p:pic>
      <p:pic>
        <p:nvPicPr>
          <p:cNvPr id="17" name="图片 16">
            <a:extLst>
              <a:ext uri="{FF2B5EF4-FFF2-40B4-BE49-F238E27FC236}">
                <a16:creationId xmlns:a16="http://schemas.microsoft.com/office/drawing/2014/main" id="{8555DAE1-4568-8C20-D361-AF29063B057D}"/>
              </a:ext>
            </a:extLst>
          </p:cNvPr>
          <p:cNvPicPr>
            <a:picLocks noChangeAspect="1"/>
          </p:cNvPicPr>
          <p:nvPr/>
        </p:nvPicPr>
        <p:blipFill>
          <a:blip r:embed="rId4"/>
          <a:stretch>
            <a:fillRect/>
          </a:stretch>
        </p:blipFill>
        <p:spPr>
          <a:xfrm>
            <a:off x="4571055" y="6515394"/>
            <a:ext cx="2625456" cy="1964858"/>
          </a:xfrm>
          <a:prstGeom prst="rect">
            <a:avLst/>
          </a:prstGeom>
        </p:spPr>
      </p:pic>
      <p:pic>
        <p:nvPicPr>
          <p:cNvPr id="23" name="图片 22">
            <a:extLst>
              <a:ext uri="{FF2B5EF4-FFF2-40B4-BE49-F238E27FC236}">
                <a16:creationId xmlns:a16="http://schemas.microsoft.com/office/drawing/2014/main" id="{CA037096-AB33-0E0E-D308-306102E3C1C3}"/>
              </a:ext>
            </a:extLst>
          </p:cNvPr>
          <p:cNvPicPr>
            <a:picLocks noChangeAspect="1"/>
          </p:cNvPicPr>
          <p:nvPr/>
        </p:nvPicPr>
        <p:blipFill>
          <a:blip r:embed="rId5"/>
          <a:stretch>
            <a:fillRect/>
          </a:stretch>
        </p:blipFill>
        <p:spPr>
          <a:xfrm>
            <a:off x="7742324" y="6515394"/>
            <a:ext cx="2429417" cy="1964858"/>
          </a:xfrm>
          <a:prstGeom prst="rect">
            <a:avLst/>
          </a:prstGeom>
        </p:spPr>
      </p:pic>
      <p:pic>
        <p:nvPicPr>
          <p:cNvPr id="25" name="图片 24">
            <a:extLst>
              <a:ext uri="{FF2B5EF4-FFF2-40B4-BE49-F238E27FC236}">
                <a16:creationId xmlns:a16="http://schemas.microsoft.com/office/drawing/2014/main" id="{4FE5BEC0-90B3-E983-C5D2-8F6C69A154AD}"/>
              </a:ext>
            </a:extLst>
          </p:cNvPr>
          <p:cNvPicPr>
            <a:picLocks noChangeAspect="1"/>
          </p:cNvPicPr>
          <p:nvPr/>
        </p:nvPicPr>
        <p:blipFill>
          <a:blip r:embed="rId6"/>
          <a:stretch>
            <a:fillRect/>
          </a:stretch>
        </p:blipFill>
        <p:spPr>
          <a:xfrm>
            <a:off x="1444317" y="9071727"/>
            <a:ext cx="2209800" cy="2427554"/>
          </a:xfrm>
          <a:prstGeom prst="rect">
            <a:avLst/>
          </a:prstGeom>
        </p:spPr>
      </p:pic>
      <p:pic>
        <p:nvPicPr>
          <p:cNvPr id="27" name="图片 26">
            <a:extLst>
              <a:ext uri="{FF2B5EF4-FFF2-40B4-BE49-F238E27FC236}">
                <a16:creationId xmlns:a16="http://schemas.microsoft.com/office/drawing/2014/main" id="{065AEAC6-6813-16DB-51EB-A1C97AF4B416}"/>
              </a:ext>
            </a:extLst>
          </p:cNvPr>
          <p:cNvPicPr>
            <a:picLocks noChangeAspect="1"/>
          </p:cNvPicPr>
          <p:nvPr/>
        </p:nvPicPr>
        <p:blipFill>
          <a:blip r:embed="rId7"/>
          <a:stretch>
            <a:fillRect/>
          </a:stretch>
        </p:blipFill>
        <p:spPr>
          <a:xfrm>
            <a:off x="4114800" y="9158209"/>
            <a:ext cx="2345782" cy="2354012"/>
          </a:xfrm>
          <a:prstGeom prst="rect">
            <a:avLst/>
          </a:prstGeom>
        </p:spPr>
      </p:pic>
      <p:pic>
        <p:nvPicPr>
          <p:cNvPr id="31" name="图片 30">
            <a:extLst>
              <a:ext uri="{FF2B5EF4-FFF2-40B4-BE49-F238E27FC236}">
                <a16:creationId xmlns:a16="http://schemas.microsoft.com/office/drawing/2014/main" id="{AF67EF2A-C984-0BCA-4E14-AA6B011B23B3}"/>
              </a:ext>
            </a:extLst>
          </p:cNvPr>
          <p:cNvPicPr>
            <a:picLocks noChangeAspect="1"/>
          </p:cNvPicPr>
          <p:nvPr/>
        </p:nvPicPr>
        <p:blipFill>
          <a:blip r:embed="rId8"/>
          <a:stretch>
            <a:fillRect/>
          </a:stretch>
        </p:blipFill>
        <p:spPr>
          <a:xfrm>
            <a:off x="1524000" y="3706673"/>
            <a:ext cx="2414893" cy="2219294"/>
          </a:xfrm>
          <a:prstGeom prst="rect">
            <a:avLst/>
          </a:prstGeom>
        </p:spPr>
      </p:pic>
      <p:pic>
        <p:nvPicPr>
          <p:cNvPr id="33" name="图片 32">
            <a:extLst>
              <a:ext uri="{FF2B5EF4-FFF2-40B4-BE49-F238E27FC236}">
                <a16:creationId xmlns:a16="http://schemas.microsoft.com/office/drawing/2014/main" id="{48F5C98C-6CCB-D2A2-106C-47F3E4B3D297}"/>
              </a:ext>
            </a:extLst>
          </p:cNvPr>
          <p:cNvPicPr>
            <a:picLocks noChangeAspect="1"/>
          </p:cNvPicPr>
          <p:nvPr/>
        </p:nvPicPr>
        <p:blipFill>
          <a:blip r:embed="rId9"/>
          <a:stretch>
            <a:fillRect/>
          </a:stretch>
        </p:blipFill>
        <p:spPr>
          <a:xfrm>
            <a:off x="4572000" y="3799796"/>
            <a:ext cx="2329188" cy="2160813"/>
          </a:xfrm>
          <a:prstGeom prst="rect">
            <a:avLst/>
          </a:prstGeom>
        </p:spPr>
      </p:pic>
      <p:pic>
        <p:nvPicPr>
          <p:cNvPr id="35" name="图片 34">
            <a:extLst>
              <a:ext uri="{FF2B5EF4-FFF2-40B4-BE49-F238E27FC236}">
                <a16:creationId xmlns:a16="http://schemas.microsoft.com/office/drawing/2014/main" id="{674D3D37-81F5-6E2E-DD81-EB72B8506F57}"/>
              </a:ext>
            </a:extLst>
          </p:cNvPr>
          <p:cNvPicPr>
            <a:picLocks noChangeAspect="1"/>
          </p:cNvPicPr>
          <p:nvPr/>
        </p:nvPicPr>
        <p:blipFill>
          <a:blip r:embed="rId10"/>
          <a:stretch>
            <a:fillRect/>
          </a:stretch>
        </p:blipFill>
        <p:spPr>
          <a:xfrm>
            <a:off x="7534295" y="3817185"/>
            <a:ext cx="2476846" cy="2143424"/>
          </a:xfrm>
          <a:prstGeom prst="rect">
            <a:avLst/>
          </a:prstGeom>
        </p:spPr>
      </p:pic>
      <p:pic>
        <p:nvPicPr>
          <p:cNvPr id="37" name="图片 36">
            <a:extLst>
              <a:ext uri="{FF2B5EF4-FFF2-40B4-BE49-F238E27FC236}">
                <a16:creationId xmlns:a16="http://schemas.microsoft.com/office/drawing/2014/main" id="{9B9027A7-7DC9-F5C9-7BC6-E2D7970EECF6}"/>
              </a:ext>
            </a:extLst>
          </p:cNvPr>
          <p:cNvPicPr>
            <a:picLocks noChangeAspect="1"/>
          </p:cNvPicPr>
          <p:nvPr/>
        </p:nvPicPr>
        <p:blipFill>
          <a:blip r:embed="rId11"/>
          <a:stretch>
            <a:fillRect/>
          </a:stretch>
        </p:blipFill>
        <p:spPr>
          <a:xfrm>
            <a:off x="1480260" y="6515394"/>
            <a:ext cx="2458633" cy="1966906"/>
          </a:xfrm>
          <a:prstGeom prst="rect">
            <a:avLst/>
          </a:prstGeom>
        </p:spPr>
      </p:pic>
    </p:spTree>
    <p:extLst>
      <p:ext uri="{BB962C8B-B14F-4D97-AF65-F5344CB8AC3E}">
        <p14:creationId xmlns:p14="http://schemas.microsoft.com/office/powerpoint/2010/main" val="105029765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1E5D51C-7EA2-A6D8-6968-D209C6C83DB3}"/>
              </a:ext>
            </a:extLst>
          </p:cNvPr>
          <p:cNvSpPr>
            <a:spLocks noGrp="1"/>
          </p:cNvSpPr>
          <p:nvPr>
            <p:ph type="body" sz="quarter" idx="10"/>
          </p:nvPr>
        </p:nvSpPr>
        <p:spPr>
          <a:xfrm>
            <a:off x="1030760" y="2294292"/>
            <a:ext cx="22896040" cy="10278708"/>
          </a:xfrm>
        </p:spPr>
        <p:txBody>
          <a:bodyPr>
            <a:normAutofit/>
          </a:bodyPr>
          <a:lstStyle/>
          <a:p>
            <a:r>
              <a:rPr lang="en-US" dirty="0">
                <a:solidFill>
                  <a:srgbClr val="002060"/>
                </a:solidFill>
              </a:rPr>
              <a:t>If you have any IT issues, you can submit a Ticket^_^</a:t>
            </a:r>
          </a:p>
          <a:p>
            <a:r>
              <a:rPr lang="en-US" dirty="0">
                <a:solidFill>
                  <a:srgbClr val="002060"/>
                </a:solidFill>
                <a:hlinkClick r:id="rId2"/>
              </a:rPr>
              <a:t>https://jula.atlassian.net/servicedesk/customer/portals</a:t>
            </a:r>
            <a:endParaRPr lang="en-US" dirty="0">
              <a:solidFill>
                <a:srgbClr val="002060"/>
              </a:solidFill>
            </a:endParaRPr>
          </a:p>
          <a:p>
            <a:r>
              <a:rPr lang="en-US" altLang="zh-CN" dirty="0"/>
              <a:t>Submit the ticket in the IT Service Desk system</a:t>
            </a:r>
            <a:br>
              <a:rPr lang="en-US" altLang="zh-CN" dirty="0"/>
            </a:br>
            <a:endParaRPr lang="en-US" altLang="zh-CN" dirty="0"/>
          </a:p>
          <a:p>
            <a:endParaRPr lang="en-US" altLang="zh-CN" dirty="0"/>
          </a:p>
          <a:p>
            <a:endParaRPr lang="en-US" dirty="0">
              <a:solidFill>
                <a:srgbClr val="002060"/>
              </a:solidFill>
            </a:endParaRPr>
          </a:p>
        </p:txBody>
      </p:sp>
      <p:sp>
        <p:nvSpPr>
          <p:cNvPr id="8" name="Title 7">
            <a:extLst>
              <a:ext uri="{FF2B5EF4-FFF2-40B4-BE49-F238E27FC236}">
                <a16:creationId xmlns:a16="http://schemas.microsoft.com/office/drawing/2014/main" id="{44BE5A41-43FE-EEF6-119C-894F15E71E62}"/>
              </a:ext>
            </a:extLst>
          </p:cNvPr>
          <p:cNvSpPr>
            <a:spLocks noGrp="1"/>
          </p:cNvSpPr>
          <p:nvPr>
            <p:ph type="title"/>
          </p:nvPr>
        </p:nvSpPr>
        <p:spPr/>
        <p:txBody>
          <a:bodyPr>
            <a:normAutofit/>
          </a:bodyPr>
          <a:lstStyle/>
          <a:p>
            <a:r>
              <a:rPr lang="en-US" altLang="zh-CN" sz="5400" b="1" dirty="0">
                <a:latin typeface="Arial" panose="020B0604020202020204" pitchFamily="34" charset="0"/>
                <a:ea typeface="宋体" pitchFamily="2" charset="-122"/>
                <a:cs typeface="Arial" panose="020B0604020202020204" pitchFamily="34" charset="0"/>
              </a:rPr>
              <a:t>Jira IT Ticket System</a:t>
            </a:r>
            <a:endParaRPr lang="en-US" dirty="0"/>
          </a:p>
        </p:txBody>
      </p:sp>
      <p:pic>
        <p:nvPicPr>
          <p:cNvPr id="2" name="Picture 36" descr="clipboard-2026-08-04T05-18-24-060Z-1e3d3cbf.png">
            <a:extLst>
              <a:ext uri="{FF2B5EF4-FFF2-40B4-BE49-F238E27FC236}">
                <a16:creationId xmlns:a16="http://schemas.microsoft.com/office/drawing/2014/main" id="{65763B3E-E327-8AD1-26FE-F1B58C7CDED9}"/>
              </a:ext>
            </a:extLst>
          </p:cNvPr>
          <p:cNvPicPr>
            <a:picLocks noChangeAspect="1"/>
          </p:cNvPicPr>
          <p:nvPr/>
        </p:nvPicPr>
        <p:blipFill>
          <a:blip r:embed="rId3"/>
          <a:stretch>
            <a:fillRect/>
          </a:stretch>
        </p:blipFill>
        <p:spPr>
          <a:xfrm>
            <a:off x="22021800" y="12798771"/>
            <a:ext cx="2298600" cy="917229"/>
          </a:xfrm>
          <a:prstGeom prst="rect">
            <a:avLst/>
          </a:prstGeom>
        </p:spPr>
      </p:pic>
      <p:pic>
        <p:nvPicPr>
          <p:cNvPr id="15" name="图片 14">
            <a:extLst>
              <a:ext uri="{FF2B5EF4-FFF2-40B4-BE49-F238E27FC236}">
                <a16:creationId xmlns:a16="http://schemas.microsoft.com/office/drawing/2014/main" id="{7853AB8E-F081-13FC-57E9-4D58A2CE595F}"/>
              </a:ext>
            </a:extLst>
          </p:cNvPr>
          <p:cNvPicPr>
            <a:picLocks noChangeAspect="1"/>
          </p:cNvPicPr>
          <p:nvPr/>
        </p:nvPicPr>
        <p:blipFill>
          <a:blip r:embed="rId4"/>
          <a:stretch>
            <a:fillRect/>
          </a:stretch>
        </p:blipFill>
        <p:spPr>
          <a:xfrm>
            <a:off x="1062391" y="4114800"/>
            <a:ext cx="12958410" cy="7999929"/>
          </a:xfrm>
          <a:prstGeom prst="rect">
            <a:avLst/>
          </a:prstGeom>
        </p:spPr>
      </p:pic>
      <p:pic>
        <p:nvPicPr>
          <p:cNvPr id="17" name="图片 16">
            <a:extLst>
              <a:ext uri="{FF2B5EF4-FFF2-40B4-BE49-F238E27FC236}">
                <a16:creationId xmlns:a16="http://schemas.microsoft.com/office/drawing/2014/main" id="{F8FA02D6-9A4A-A18C-9A60-1535658830DA}"/>
              </a:ext>
            </a:extLst>
          </p:cNvPr>
          <p:cNvPicPr>
            <a:picLocks noChangeAspect="1"/>
          </p:cNvPicPr>
          <p:nvPr/>
        </p:nvPicPr>
        <p:blipFill>
          <a:blip r:embed="rId5"/>
          <a:stretch>
            <a:fillRect/>
          </a:stretch>
        </p:blipFill>
        <p:spPr>
          <a:xfrm>
            <a:off x="14401800" y="3674401"/>
            <a:ext cx="9812119" cy="8440328"/>
          </a:xfrm>
          <a:prstGeom prst="rect">
            <a:avLst/>
          </a:prstGeom>
        </p:spPr>
      </p:pic>
      <p:sp>
        <p:nvSpPr>
          <p:cNvPr id="22" name="Footer Placeholder 2">
            <a:extLst>
              <a:ext uri="{FF2B5EF4-FFF2-40B4-BE49-F238E27FC236}">
                <a16:creationId xmlns:a16="http://schemas.microsoft.com/office/drawing/2014/main" id="{6ECBBA5F-6942-8A4E-DD77-5544C7CF5A3E}"/>
              </a:ext>
            </a:extLst>
          </p:cNvPr>
          <p:cNvSpPr txBox="1">
            <a:spLocks/>
          </p:cNvSpPr>
          <p:nvPr/>
        </p:nvSpPr>
        <p:spPr>
          <a:xfrm>
            <a:off x="3509128" y="26081536"/>
            <a:ext cx="19802200" cy="730250"/>
          </a:xfrm>
          <a:prstGeom prst="rect">
            <a:avLst/>
          </a:prstGeom>
        </p:spPr>
        <p:txBody>
          <a:bodyPr vert="horz" lIns="91440" tIns="45720" rIns="91440" bIns="45720" rtlCol="0">
            <a:normAutofit/>
          </a:bodyPr>
          <a:lstStyle>
            <a:lvl1pPr marL="0" indent="0" algn="l" rtl="0" fontAlgn="base">
              <a:spcBef>
                <a:spcPct val="0"/>
              </a:spcBef>
              <a:spcAft>
                <a:spcPts val="1200"/>
              </a:spcAft>
              <a:buClr>
                <a:schemeClr val="accent1"/>
              </a:buClr>
              <a:buFont typeface="Lucida Grande"/>
              <a:buNone/>
              <a:defRPr sz="3000" b="0" i="0">
                <a:solidFill>
                  <a:schemeClr val="tx1">
                    <a:lumMod val="75000"/>
                    <a:lumOff val="25000"/>
                  </a:schemeClr>
                </a:solidFill>
                <a:latin typeface="Arial Regular" charset="0"/>
                <a:ea typeface="+mn-ea"/>
                <a:cs typeface="Arial Regular" charset="0"/>
                <a:sym typeface="Gill Sans" charset="0"/>
              </a:defRPr>
            </a:lvl1pPr>
            <a:lvl2pPr marL="1616400" indent="-571500" algn="l" rtl="0" fontAlgn="base">
              <a:spcBef>
                <a:spcPct val="0"/>
              </a:spcBef>
              <a:spcAft>
                <a:spcPts val="600"/>
              </a:spcAft>
              <a:buClr>
                <a:schemeClr val="accent1"/>
              </a:buClr>
              <a:buFont typeface="Lucida Grande"/>
              <a:buChar char="◦"/>
              <a:defRPr sz="4500" b="0" i="0">
                <a:solidFill>
                  <a:schemeClr val="tx1">
                    <a:lumMod val="75000"/>
                    <a:lumOff val="25000"/>
                  </a:schemeClr>
                </a:solidFill>
                <a:latin typeface="Century Gothic"/>
                <a:ea typeface="+mn-ea"/>
                <a:cs typeface="Century Gothic"/>
                <a:sym typeface="Gill Sans" charset="0"/>
              </a:defRPr>
            </a:lvl2pPr>
            <a:lvl3pPr marL="2660400" indent="-571500" algn="l" rtl="0" fontAlgn="base">
              <a:spcBef>
                <a:spcPct val="0"/>
              </a:spcBef>
              <a:spcAft>
                <a:spcPts val="600"/>
              </a:spcAft>
              <a:buClr>
                <a:schemeClr val="accent1"/>
              </a:buClr>
              <a:buFont typeface="Lucida Grande"/>
              <a:buChar char="-"/>
              <a:defRPr sz="4500" b="0" i="0">
                <a:solidFill>
                  <a:schemeClr val="tx1">
                    <a:lumMod val="75000"/>
                    <a:lumOff val="25000"/>
                  </a:schemeClr>
                </a:solidFill>
                <a:latin typeface="Century Gothic"/>
                <a:ea typeface="+mn-ea"/>
                <a:cs typeface="Century Gothic"/>
                <a:sym typeface="Gill Sans" charset="0"/>
              </a:defRPr>
            </a:lvl3pPr>
            <a:lvl4pPr marL="3596400" indent="-571500" algn="l" rtl="0" fontAlgn="base">
              <a:spcBef>
                <a:spcPct val="0"/>
              </a:spcBef>
              <a:spcAft>
                <a:spcPts val="600"/>
              </a:spcAft>
              <a:buClr>
                <a:schemeClr val="accent1"/>
              </a:buClr>
              <a:buFont typeface="Lucida Grande"/>
              <a:buChar char="▪"/>
              <a:defRPr sz="4500" b="0" i="0">
                <a:solidFill>
                  <a:schemeClr val="tx1">
                    <a:lumMod val="75000"/>
                    <a:lumOff val="25000"/>
                  </a:schemeClr>
                </a:solidFill>
                <a:latin typeface="Century Gothic"/>
                <a:ea typeface="+mn-ea"/>
                <a:cs typeface="Century Gothic"/>
                <a:sym typeface="Gill Sans" charset="0"/>
              </a:defRPr>
            </a:lvl4pPr>
            <a:lvl5pPr marL="4604400" indent="-571500" algn="l" rtl="0" fontAlgn="base">
              <a:spcBef>
                <a:spcPct val="0"/>
              </a:spcBef>
              <a:spcAft>
                <a:spcPts val="600"/>
              </a:spcAft>
              <a:buClr>
                <a:schemeClr val="accent1"/>
              </a:buClr>
              <a:buFont typeface="Lucida Grande"/>
              <a:buChar char="▪"/>
              <a:defRPr sz="4500" b="0" i="0">
                <a:solidFill>
                  <a:schemeClr val="tx1">
                    <a:lumMod val="75000"/>
                    <a:lumOff val="25000"/>
                  </a:schemeClr>
                </a:solidFill>
                <a:latin typeface="Century Gothic"/>
                <a:ea typeface="+mn-ea"/>
                <a:cs typeface="Century Gothic"/>
                <a:sym typeface="Gill Sans" charset="0"/>
              </a:defRPr>
            </a:lvl5pPr>
            <a:lvl6pPr marL="457200" algn="ctr" rtl="0" fontAlgn="base">
              <a:spcBef>
                <a:spcPct val="0"/>
              </a:spcBef>
              <a:spcAft>
                <a:spcPct val="0"/>
              </a:spcAft>
              <a:defRPr sz="4800">
                <a:solidFill>
                  <a:schemeClr val="tx1"/>
                </a:solidFill>
                <a:latin typeface="+mn-lt"/>
                <a:ea typeface="+mn-ea"/>
                <a:cs typeface="+mn-cs"/>
                <a:sym typeface="Gill Sans" charset="0"/>
              </a:defRPr>
            </a:lvl6pPr>
            <a:lvl7pPr marL="914400" algn="ctr" rtl="0" fontAlgn="base">
              <a:spcBef>
                <a:spcPct val="0"/>
              </a:spcBef>
              <a:spcAft>
                <a:spcPct val="0"/>
              </a:spcAft>
              <a:defRPr sz="4800">
                <a:solidFill>
                  <a:schemeClr val="tx1"/>
                </a:solidFill>
                <a:latin typeface="+mn-lt"/>
                <a:ea typeface="+mn-ea"/>
                <a:cs typeface="+mn-cs"/>
                <a:sym typeface="Gill Sans" charset="0"/>
              </a:defRPr>
            </a:lvl7pPr>
            <a:lvl8pPr marL="1371600" algn="ctr" rtl="0" fontAlgn="base">
              <a:spcBef>
                <a:spcPct val="0"/>
              </a:spcBef>
              <a:spcAft>
                <a:spcPct val="0"/>
              </a:spcAft>
              <a:defRPr sz="4800">
                <a:solidFill>
                  <a:schemeClr val="tx1"/>
                </a:solidFill>
                <a:latin typeface="+mn-lt"/>
                <a:ea typeface="+mn-ea"/>
                <a:cs typeface="+mn-cs"/>
                <a:sym typeface="Gill Sans" charset="0"/>
              </a:defRPr>
            </a:lvl8pPr>
            <a:lvl9pPr marL="1828800" algn="ctr" rtl="0" fontAlgn="base">
              <a:spcBef>
                <a:spcPct val="0"/>
              </a:spcBef>
              <a:spcAft>
                <a:spcPct val="0"/>
              </a:spcAft>
              <a:defRPr sz="4800">
                <a:solidFill>
                  <a:schemeClr val="tx1"/>
                </a:solidFill>
                <a:latin typeface="+mn-lt"/>
                <a:ea typeface="+mn-ea"/>
                <a:cs typeface="+mn-cs"/>
                <a:sym typeface="Gill Sans" charset="0"/>
              </a:defRPr>
            </a:lvl9pPr>
          </a:lstStyle>
          <a:p>
            <a:r>
              <a:rPr lang="nl-NL" kern="0" dirty="0"/>
              <a:t>Footer text</a:t>
            </a:r>
            <a:endParaRPr lang="en-US" kern="0" dirty="0"/>
          </a:p>
        </p:txBody>
      </p:sp>
      <p:sp>
        <p:nvSpPr>
          <p:cNvPr id="23" name="Rectangle 3">
            <a:extLst>
              <a:ext uri="{FF2B5EF4-FFF2-40B4-BE49-F238E27FC236}">
                <a16:creationId xmlns:a16="http://schemas.microsoft.com/office/drawing/2014/main" id="{C26C13C4-A250-7B7B-9913-BFAECB3F2571}"/>
              </a:ext>
            </a:extLst>
          </p:cNvPr>
          <p:cNvSpPr>
            <a:spLocks noChangeArrowheads="1"/>
          </p:cNvSpPr>
          <p:nvPr/>
        </p:nvSpPr>
        <p:spPr bwMode="auto">
          <a:xfrm>
            <a:off x="14391736" y="2621027"/>
            <a:ext cx="556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hlinkClick r:id="rId6"/>
              </a:rPr>
              <a:t>IT Ticket System SOP 1.0.pdf</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014441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7056-8AE6-3A71-0EA4-2849E84E24A7}"/>
              </a:ext>
            </a:extLst>
          </p:cNvPr>
          <p:cNvSpPr>
            <a:spLocks noGrp="1"/>
          </p:cNvSpPr>
          <p:nvPr>
            <p:ph type="title"/>
          </p:nvPr>
        </p:nvSpPr>
        <p:spPr/>
        <p:txBody>
          <a:bodyPr/>
          <a:lstStyle/>
          <a:p>
            <a:r>
              <a:rPr lang="en-US" altLang="zh-CN" dirty="0"/>
              <a:t>Register Multi-factor authentication (MFA)</a:t>
            </a:r>
            <a:endParaRPr lang="en-US" dirty="0"/>
          </a:p>
        </p:txBody>
      </p:sp>
      <p:sp>
        <p:nvSpPr>
          <p:cNvPr id="10" name="Text Placeholder 4">
            <a:extLst>
              <a:ext uri="{FF2B5EF4-FFF2-40B4-BE49-F238E27FC236}">
                <a16:creationId xmlns:a16="http://schemas.microsoft.com/office/drawing/2014/main" id="{26EA0CB4-0973-714E-9E99-A4C4CDAF0F0E}"/>
              </a:ext>
            </a:extLst>
          </p:cNvPr>
          <p:cNvSpPr>
            <a:spLocks noGrp="1"/>
          </p:cNvSpPr>
          <p:nvPr>
            <p:ph sz="quarter" idx="11"/>
          </p:nvPr>
        </p:nvSpPr>
        <p:spPr>
          <a:xfrm>
            <a:off x="1030288" y="2754313"/>
            <a:ext cx="22667912" cy="9217025"/>
          </a:xfrm>
        </p:spPr>
        <p:txBody>
          <a:bodyPr>
            <a:normAutofit/>
          </a:bodyPr>
          <a:lstStyle/>
          <a:p>
            <a:pPr>
              <a:lnSpc>
                <a:spcPct val="150000"/>
              </a:lnSpc>
              <a:buFont typeface="Wingdings" panose="05000000000000000000" pitchFamily="2" charset="2"/>
              <a:buChar char="Ø"/>
            </a:pPr>
            <a:r>
              <a:rPr lang="en-US" altLang="zh-CN" dirty="0">
                <a:solidFill>
                  <a:schemeClr val="tx1"/>
                </a:solidFill>
                <a:ea typeface="宋体" pitchFamily="2" charset="-122"/>
              </a:rPr>
              <a:t>MFA</a:t>
            </a:r>
            <a:r>
              <a:rPr lang="zh-CN" altLang="en-US" dirty="0">
                <a:solidFill>
                  <a:schemeClr val="tx1"/>
                </a:solidFill>
                <a:ea typeface="宋体" pitchFamily="2" charset="-122"/>
              </a:rPr>
              <a:t> </a:t>
            </a:r>
            <a:r>
              <a:rPr lang="en-US" altLang="zh-CN" dirty="0">
                <a:solidFill>
                  <a:schemeClr val="tx1"/>
                </a:solidFill>
                <a:ea typeface="宋体" pitchFamily="2" charset="-122"/>
              </a:rPr>
              <a:t>Registration &amp; Authentication</a:t>
            </a:r>
            <a:r>
              <a:rPr lang="zh-CN" altLang="en-US" dirty="0">
                <a:solidFill>
                  <a:schemeClr val="tx1"/>
                </a:solidFill>
                <a:ea typeface="宋体" pitchFamily="2" charset="-122"/>
              </a:rPr>
              <a:t>：</a:t>
            </a:r>
            <a:endParaRPr lang="en-US" altLang="zh-CN" dirty="0">
              <a:solidFill>
                <a:schemeClr val="tx1"/>
              </a:solidFill>
              <a:ea typeface="宋体" pitchFamily="2" charset="-122"/>
            </a:endParaRPr>
          </a:p>
          <a:p>
            <a:pPr>
              <a:lnSpc>
                <a:spcPct val="150000"/>
              </a:lnSpc>
              <a:buFont typeface="+mj-lt"/>
              <a:buAutoNum type="alphaLcParenR"/>
            </a:pPr>
            <a:r>
              <a:rPr lang="en-US" altLang="zh-CN" sz="2400" b="0" dirty="0">
                <a:solidFill>
                  <a:schemeClr val="tx1"/>
                </a:solidFill>
                <a:ea typeface="宋体" pitchFamily="2" charset="-122"/>
                <a:hlinkClick r:id="rId2"/>
              </a:rPr>
              <a:t>Register Multi-factor authentication (MFA)</a:t>
            </a:r>
            <a:endParaRPr lang="en-US" altLang="zh-CN" sz="2400" b="0" dirty="0">
              <a:solidFill>
                <a:schemeClr val="tx1"/>
              </a:solidFill>
              <a:ea typeface="宋体" pitchFamily="2" charset="-122"/>
            </a:endParaRPr>
          </a:p>
          <a:p>
            <a:pPr>
              <a:lnSpc>
                <a:spcPct val="150000"/>
              </a:lnSpc>
              <a:buFont typeface="+mj-lt"/>
              <a:buAutoNum type="alphaLcParenR"/>
            </a:pPr>
            <a:r>
              <a:rPr lang="en-US" altLang="zh-CN" sz="2400" b="0" dirty="0">
                <a:solidFill>
                  <a:schemeClr val="tx1"/>
                </a:solidFill>
                <a:ea typeface="宋体" pitchFamily="2" charset="-122"/>
                <a:hlinkClick r:id="rId3"/>
              </a:rPr>
              <a:t>MFA</a:t>
            </a:r>
            <a:r>
              <a:rPr lang="zh-CN" altLang="en-US" sz="2400" b="0" dirty="0">
                <a:solidFill>
                  <a:schemeClr val="tx1"/>
                </a:solidFill>
                <a:ea typeface="宋体" pitchFamily="2" charset="-122"/>
                <a:hlinkClick r:id="rId3"/>
              </a:rPr>
              <a:t>手机短信认证</a:t>
            </a:r>
            <a:r>
              <a:rPr lang="zh-CN" altLang="en-US" sz="2400" b="0" dirty="0">
                <a:solidFill>
                  <a:schemeClr val="tx1"/>
                </a:solidFill>
                <a:ea typeface="宋体" pitchFamily="2" charset="-122"/>
              </a:rPr>
              <a:t> </a:t>
            </a:r>
            <a:r>
              <a:rPr lang="en-US" altLang="zh-CN" sz="2400" dirty="0">
                <a:solidFill>
                  <a:schemeClr val="tx1"/>
                </a:solidFill>
                <a:ea typeface="宋体" pitchFamily="2" charset="-122"/>
              </a:rPr>
              <a:t>(China Android mobile phone only)</a:t>
            </a:r>
            <a:endParaRPr lang="en-US" altLang="zh-CN" sz="2400" b="0" dirty="0">
              <a:solidFill>
                <a:schemeClr val="tx1"/>
              </a:solidFill>
              <a:ea typeface="宋体" pitchFamily="2" charset="-122"/>
            </a:endParaRPr>
          </a:p>
          <a:p>
            <a:pPr marL="0" indent="0">
              <a:lnSpc>
                <a:spcPct val="150000"/>
              </a:lnSpc>
              <a:buNone/>
            </a:pPr>
            <a:endParaRPr lang="en-US" altLang="zh-CN" sz="2400" b="0" dirty="0">
              <a:solidFill>
                <a:schemeClr val="tx1"/>
              </a:solidFill>
              <a:ea typeface="宋体" pitchFamily="2" charset="-122"/>
            </a:endParaRPr>
          </a:p>
          <a:p>
            <a:pPr eaLnBrk="1" hangingPunct="1">
              <a:lnSpc>
                <a:spcPct val="150000"/>
              </a:lnSpc>
              <a:buFont typeface="Wingdings" panose="05000000000000000000" pitchFamily="2" charset="2"/>
              <a:buChar char="Ø"/>
            </a:pPr>
            <a:r>
              <a:rPr lang="en-US" altLang="zh-CN" b="0" dirty="0">
                <a:solidFill>
                  <a:schemeClr val="tx1"/>
                </a:solidFill>
                <a:ea typeface="宋体" pitchFamily="2" charset="-122"/>
              </a:rPr>
              <a:t>Company Portal Intune Enrollment</a:t>
            </a:r>
            <a:r>
              <a:rPr lang="zh-CN" altLang="en-US" b="0" dirty="0">
                <a:solidFill>
                  <a:schemeClr val="tx1"/>
                </a:solidFill>
                <a:ea typeface="宋体" pitchFamily="2" charset="-122"/>
              </a:rPr>
              <a:t>：</a:t>
            </a:r>
          </a:p>
          <a:p>
            <a:pPr marL="914400" indent="-914400" eaLnBrk="1" hangingPunct="1">
              <a:lnSpc>
                <a:spcPct val="150000"/>
              </a:lnSpc>
              <a:buFont typeface="+mj-lt"/>
              <a:buAutoNum type="alphaLcParenR"/>
            </a:pPr>
            <a:r>
              <a:rPr lang="zh-CN" altLang="en-US" sz="2400" dirty="0">
                <a:solidFill>
                  <a:schemeClr val="tx1"/>
                </a:solidFill>
                <a:ea typeface="宋体" pitchFamily="2" charset="-122"/>
                <a:hlinkClick r:id="rId4"/>
              </a:rPr>
              <a:t>安卓手机安装公司门户</a:t>
            </a:r>
            <a:r>
              <a:rPr lang="zh-CN" altLang="en-US" sz="2400" dirty="0">
                <a:solidFill>
                  <a:schemeClr val="tx1"/>
                </a:solidFill>
                <a:ea typeface="宋体" pitchFamily="2" charset="-122"/>
              </a:rPr>
              <a:t> </a:t>
            </a:r>
            <a:r>
              <a:rPr lang="en-US" altLang="zh-CN" sz="2400" dirty="0">
                <a:solidFill>
                  <a:schemeClr val="tx1"/>
                </a:solidFill>
                <a:ea typeface="宋体" pitchFamily="2" charset="-122"/>
              </a:rPr>
              <a:t>(China Android mobile phone only)</a:t>
            </a:r>
          </a:p>
          <a:p>
            <a:pPr marL="914400" indent="-914400" eaLnBrk="1" hangingPunct="1">
              <a:lnSpc>
                <a:spcPct val="150000"/>
              </a:lnSpc>
              <a:buFont typeface="+mj-lt"/>
              <a:buAutoNum type="alphaLcParenR"/>
            </a:pPr>
            <a:endParaRPr lang="en-US" altLang="zh-CN" sz="2400" b="0" dirty="0">
              <a:solidFill>
                <a:schemeClr val="tx1"/>
              </a:solidFill>
              <a:ea typeface="宋体" pitchFamily="2" charset="-122"/>
            </a:endParaRPr>
          </a:p>
        </p:txBody>
      </p:sp>
      <p:pic>
        <p:nvPicPr>
          <p:cNvPr id="5" name="Picture 4">
            <a:extLst>
              <a:ext uri="{FF2B5EF4-FFF2-40B4-BE49-F238E27FC236}">
                <a16:creationId xmlns:a16="http://schemas.microsoft.com/office/drawing/2014/main" id="{59B8C2EB-24DC-7877-F260-80033DDA1369}"/>
              </a:ext>
            </a:extLst>
          </p:cNvPr>
          <p:cNvPicPr>
            <a:picLocks noChangeAspect="1"/>
          </p:cNvPicPr>
          <p:nvPr/>
        </p:nvPicPr>
        <p:blipFill>
          <a:blip r:embed="rId5"/>
          <a:stretch>
            <a:fillRect/>
          </a:stretch>
        </p:blipFill>
        <p:spPr>
          <a:xfrm>
            <a:off x="11282345" y="3124201"/>
            <a:ext cx="3602978" cy="2971800"/>
          </a:xfrm>
          <a:prstGeom prst="rect">
            <a:avLst/>
          </a:prstGeom>
        </p:spPr>
      </p:pic>
      <p:pic>
        <p:nvPicPr>
          <p:cNvPr id="4" name="Picture 36" descr="clipboard-2026-08-04T05-18-24-060Z-1e3d3cbf.png">
            <a:extLst>
              <a:ext uri="{FF2B5EF4-FFF2-40B4-BE49-F238E27FC236}">
                <a16:creationId xmlns:a16="http://schemas.microsoft.com/office/drawing/2014/main" id="{AEBB248D-EF7E-D535-2E74-A4119E614E91}"/>
              </a:ext>
            </a:extLst>
          </p:cNvPr>
          <p:cNvPicPr>
            <a:picLocks noChangeAspect="1"/>
          </p:cNvPicPr>
          <p:nvPr/>
        </p:nvPicPr>
        <p:blipFill>
          <a:blip r:embed="rId6"/>
          <a:stretch>
            <a:fillRect/>
          </a:stretch>
        </p:blipFill>
        <p:spPr>
          <a:xfrm>
            <a:off x="22021800" y="12798771"/>
            <a:ext cx="2298600" cy="917229"/>
          </a:xfrm>
          <a:prstGeom prst="rect">
            <a:avLst/>
          </a:prstGeom>
        </p:spPr>
      </p:pic>
      <p:pic>
        <p:nvPicPr>
          <p:cNvPr id="9" name="图片 8">
            <a:extLst>
              <a:ext uri="{FF2B5EF4-FFF2-40B4-BE49-F238E27FC236}">
                <a16:creationId xmlns:a16="http://schemas.microsoft.com/office/drawing/2014/main" id="{35AC3BF3-C463-CFA8-0731-CAAB6D3A4540}"/>
              </a:ext>
            </a:extLst>
          </p:cNvPr>
          <p:cNvPicPr>
            <a:picLocks noChangeAspect="1"/>
          </p:cNvPicPr>
          <p:nvPr/>
        </p:nvPicPr>
        <p:blipFill>
          <a:blip r:embed="rId7"/>
          <a:stretch>
            <a:fillRect/>
          </a:stretch>
        </p:blipFill>
        <p:spPr>
          <a:xfrm>
            <a:off x="11282345" y="6564663"/>
            <a:ext cx="3674433" cy="2971799"/>
          </a:xfrm>
          <a:prstGeom prst="rect">
            <a:avLst/>
          </a:prstGeom>
        </p:spPr>
      </p:pic>
    </p:spTree>
    <p:extLst>
      <p:ext uri="{BB962C8B-B14F-4D97-AF65-F5344CB8AC3E}">
        <p14:creationId xmlns:p14="http://schemas.microsoft.com/office/powerpoint/2010/main" val="15403323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73A9B08-195D-F586-A2BD-50FB6FBF09D2}"/>
              </a:ext>
            </a:extLst>
          </p:cNvPr>
          <p:cNvSpPr>
            <a:spLocks noGrp="1"/>
          </p:cNvSpPr>
          <p:nvPr>
            <p:ph type="body" sz="quarter" idx="10"/>
          </p:nvPr>
        </p:nvSpPr>
        <p:spPr>
          <a:xfrm>
            <a:off x="1439532" y="2347904"/>
            <a:ext cx="20582268" cy="1392147"/>
          </a:xfrm>
        </p:spPr>
        <p:txBody>
          <a:bodyPr>
            <a:normAutofit/>
          </a:bodyPr>
          <a:lstStyle/>
          <a:p>
            <a:r>
              <a:rPr lang="en-US" dirty="0"/>
              <a:t>When connected to an external network, VPN is required to access corporate web resources.</a:t>
            </a:r>
          </a:p>
          <a:p>
            <a:r>
              <a:rPr lang="en-US" dirty="0">
                <a:hlinkClick r:id="rId2"/>
              </a:rPr>
              <a:t>Install Cisco AnyConnect VPN</a:t>
            </a:r>
            <a:endParaRPr lang="en-US" dirty="0"/>
          </a:p>
          <a:p>
            <a:endParaRPr lang="en-US" dirty="0"/>
          </a:p>
        </p:txBody>
      </p:sp>
      <p:sp>
        <p:nvSpPr>
          <p:cNvPr id="8" name="Title 7">
            <a:extLst>
              <a:ext uri="{FF2B5EF4-FFF2-40B4-BE49-F238E27FC236}">
                <a16:creationId xmlns:a16="http://schemas.microsoft.com/office/drawing/2014/main" id="{AADA6190-6017-1BF1-350E-44411F45065E}"/>
              </a:ext>
            </a:extLst>
          </p:cNvPr>
          <p:cNvSpPr>
            <a:spLocks noGrp="1"/>
          </p:cNvSpPr>
          <p:nvPr>
            <p:ph type="title"/>
          </p:nvPr>
        </p:nvSpPr>
        <p:spPr/>
        <p:txBody>
          <a:bodyPr/>
          <a:lstStyle/>
          <a:p>
            <a:r>
              <a:rPr lang="en-US" altLang="zh-CN" dirty="0"/>
              <a:t>Cisco AnyConnect VPN</a:t>
            </a:r>
            <a:endParaRPr lang="en-US" dirty="0"/>
          </a:p>
        </p:txBody>
      </p:sp>
      <p:pic>
        <p:nvPicPr>
          <p:cNvPr id="2" name="Picture 36" descr="clipboard-2026-08-04T05-18-24-060Z-1e3d3cbf.png">
            <a:extLst>
              <a:ext uri="{FF2B5EF4-FFF2-40B4-BE49-F238E27FC236}">
                <a16:creationId xmlns:a16="http://schemas.microsoft.com/office/drawing/2014/main" id="{DF78D63B-F59D-3E98-5174-83ECF189CC5A}"/>
              </a:ext>
            </a:extLst>
          </p:cNvPr>
          <p:cNvPicPr>
            <a:picLocks noChangeAspect="1"/>
          </p:cNvPicPr>
          <p:nvPr/>
        </p:nvPicPr>
        <p:blipFill>
          <a:blip r:embed="rId3"/>
          <a:stretch>
            <a:fillRect/>
          </a:stretch>
        </p:blipFill>
        <p:spPr>
          <a:xfrm>
            <a:off x="22021800" y="12798771"/>
            <a:ext cx="2298600" cy="917229"/>
          </a:xfrm>
          <a:prstGeom prst="rect">
            <a:avLst/>
          </a:prstGeom>
        </p:spPr>
      </p:pic>
      <p:pic>
        <p:nvPicPr>
          <p:cNvPr id="9" name="图片 8">
            <a:extLst>
              <a:ext uri="{FF2B5EF4-FFF2-40B4-BE49-F238E27FC236}">
                <a16:creationId xmlns:a16="http://schemas.microsoft.com/office/drawing/2014/main" id="{2F4A2F15-7F04-8D15-E472-DF491CF5EC88}"/>
              </a:ext>
            </a:extLst>
          </p:cNvPr>
          <p:cNvPicPr>
            <a:picLocks noChangeAspect="1"/>
          </p:cNvPicPr>
          <p:nvPr/>
        </p:nvPicPr>
        <p:blipFill>
          <a:blip r:embed="rId4"/>
          <a:stretch>
            <a:fillRect/>
          </a:stretch>
        </p:blipFill>
        <p:spPr>
          <a:xfrm>
            <a:off x="1439532" y="4554803"/>
            <a:ext cx="6819173" cy="6508380"/>
          </a:xfrm>
          <a:prstGeom prst="rect">
            <a:avLst/>
          </a:prstGeom>
        </p:spPr>
      </p:pic>
      <p:sp>
        <p:nvSpPr>
          <p:cNvPr id="16" name="文本框 15">
            <a:extLst>
              <a:ext uri="{FF2B5EF4-FFF2-40B4-BE49-F238E27FC236}">
                <a16:creationId xmlns:a16="http://schemas.microsoft.com/office/drawing/2014/main" id="{BDC7E4DB-A18D-AFA4-2314-30363277206B}"/>
              </a:ext>
            </a:extLst>
          </p:cNvPr>
          <p:cNvSpPr txBox="1"/>
          <p:nvPr/>
        </p:nvSpPr>
        <p:spPr>
          <a:xfrm>
            <a:off x="9144000" y="3831566"/>
            <a:ext cx="8534400" cy="1015663"/>
          </a:xfrm>
          <a:prstGeom prst="rect">
            <a:avLst/>
          </a:prstGeom>
          <a:noFill/>
        </p:spPr>
        <p:txBody>
          <a:bodyPr wrap="square">
            <a:spAutoFit/>
          </a:bodyPr>
          <a:lstStyle/>
          <a:p>
            <a:pPr algn="l"/>
            <a:r>
              <a:rPr lang="en-US" altLang="zh-CN" sz="3000" dirty="0">
                <a:solidFill>
                  <a:schemeClr val="tx1">
                    <a:lumMod val="75000"/>
                    <a:lumOff val="25000"/>
                  </a:schemeClr>
                </a:solidFill>
                <a:latin typeface="Arial Regular" charset="0"/>
                <a:ea typeface="+mn-ea"/>
              </a:rPr>
              <a:t>To connect using AnyConnect VPN, enter </a:t>
            </a:r>
            <a:r>
              <a:rPr lang="en-US" altLang="zh-CN" sz="3000" b="1" dirty="0">
                <a:solidFill>
                  <a:schemeClr val="tx1">
                    <a:lumMod val="75000"/>
                    <a:lumOff val="25000"/>
                  </a:schemeClr>
                </a:solidFill>
                <a:highlight>
                  <a:srgbClr val="FFFF00"/>
                </a:highlight>
                <a:latin typeface="Arial Regular" charset="0"/>
                <a:ea typeface="+mn-ea"/>
              </a:rPr>
              <a:t>myvpn.cgi.se </a:t>
            </a:r>
            <a:r>
              <a:rPr lang="en-US" altLang="zh-CN" sz="3000" dirty="0">
                <a:solidFill>
                  <a:schemeClr val="tx1">
                    <a:lumMod val="75000"/>
                    <a:lumOff val="25000"/>
                  </a:schemeClr>
                </a:solidFill>
                <a:latin typeface="Arial Regular" charset="0"/>
                <a:ea typeface="+mn-ea"/>
              </a:rPr>
              <a:t>and click Connect</a:t>
            </a:r>
            <a:endParaRPr lang="zh-CN" altLang="en-US" sz="3000" dirty="0">
              <a:solidFill>
                <a:schemeClr val="tx1">
                  <a:lumMod val="75000"/>
                  <a:lumOff val="25000"/>
                </a:schemeClr>
              </a:solidFill>
              <a:latin typeface="Arial Regular" charset="0"/>
              <a:ea typeface="+mn-ea"/>
            </a:endParaRPr>
          </a:p>
        </p:txBody>
      </p:sp>
      <p:pic>
        <p:nvPicPr>
          <p:cNvPr id="18" name="图片 17">
            <a:extLst>
              <a:ext uri="{FF2B5EF4-FFF2-40B4-BE49-F238E27FC236}">
                <a16:creationId xmlns:a16="http://schemas.microsoft.com/office/drawing/2014/main" id="{AC1B1416-0549-6ED4-FE08-A226168B0E44}"/>
              </a:ext>
            </a:extLst>
          </p:cNvPr>
          <p:cNvPicPr>
            <a:picLocks noChangeAspect="1"/>
          </p:cNvPicPr>
          <p:nvPr/>
        </p:nvPicPr>
        <p:blipFill>
          <a:blip r:embed="rId5"/>
          <a:stretch>
            <a:fillRect/>
          </a:stretch>
        </p:blipFill>
        <p:spPr>
          <a:xfrm>
            <a:off x="9144000" y="5030258"/>
            <a:ext cx="5844396" cy="6032925"/>
          </a:xfrm>
          <a:prstGeom prst="rect">
            <a:avLst/>
          </a:prstGeom>
        </p:spPr>
      </p:pic>
      <p:sp>
        <p:nvSpPr>
          <p:cNvPr id="20" name="文本框 19">
            <a:extLst>
              <a:ext uri="{FF2B5EF4-FFF2-40B4-BE49-F238E27FC236}">
                <a16:creationId xmlns:a16="http://schemas.microsoft.com/office/drawing/2014/main" id="{621747BF-1E19-550F-E134-C547DA78A166}"/>
              </a:ext>
            </a:extLst>
          </p:cNvPr>
          <p:cNvSpPr txBox="1"/>
          <p:nvPr/>
        </p:nvSpPr>
        <p:spPr>
          <a:xfrm>
            <a:off x="16956632" y="3886199"/>
            <a:ext cx="6324600" cy="1015663"/>
          </a:xfrm>
          <a:prstGeom prst="rect">
            <a:avLst/>
          </a:prstGeom>
          <a:noFill/>
        </p:spPr>
        <p:txBody>
          <a:bodyPr wrap="square">
            <a:spAutoFit/>
          </a:bodyPr>
          <a:lstStyle/>
          <a:p>
            <a:pPr algn="l"/>
            <a:r>
              <a:rPr lang="en-US" altLang="zh-CN" sz="3000" dirty="0">
                <a:solidFill>
                  <a:schemeClr val="tx1">
                    <a:lumMod val="75000"/>
                    <a:lumOff val="25000"/>
                  </a:schemeClr>
                </a:solidFill>
                <a:latin typeface="Arial Regular" charset="0"/>
                <a:ea typeface="+mn-ea"/>
              </a:rPr>
              <a:t>Password is the </a:t>
            </a:r>
            <a:r>
              <a:rPr lang="en-US" altLang="zh-CN" sz="3000" dirty="0">
                <a:solidFill>
                  <a:schemeClr val="tx1">
                    <a:lumMod val="75000"/>
                    <a:lumOff val="25000"/>
                  </a:schemeClr>
                </a:solidFill>
                <a:highlight>
                  <a:srgbClr val="FFFF00"/>
                </a:highlight>
                <a:latin typeface="Arial Regular" charset="0"/>
                <a:ea typeface="+mn-ea"/>
              </a:rPr>
              <a:t>Authenticator application code </a:t>
            </a:r>
            <a:r>
              <a:rPr lang="en-US" altLang="zh-CN" sz="3000" dirty="0">
                <a:solidFill>
                  <a:schemeClr val="tx1">
                    <a:lumMod val="75000"/>
                    <a:lumOff val="25000"/>
                  </a:schemeClr>
                </a:solidFill>
                <a:latin typeface="Arial Regular" charset="0"/>
                <a:ea typeface="+mn-ea"/>
              </a:rPr>
              <a:t>+ your </a:t>
            </a:r>
            <a:r>
              <a:rPr lang="en-US" altLang="zh-CN" sz="3000" dirty="0">
                <a:solidFill>
                  <a:schemeClr val="tx1">
                    <a:lumMod val="75000"/>
                    <a:lumOff val="25000"/>
                  </a:schemeClr>
                </a:solidFill>
                <a:highlight>
                  <a:srgbClr val="FFFF00"/>
                </a:highlight>
                <a:latin typeface="Arial Regular" charset="0"/>
                <a:ea typeface="+mn-ea"/>
              </a:rPr>
              <a:t>PIN-code</a:t>
            </a:r>
            <a:endParaRPr lang="zh-CN" altLang="en-US" sz="3000" dirty="0">
              <a:solidFill>
                <a:schemeClr val="tx1">
                  <a:lumMod val="75000"/>
                  <a:lumOff val="25000"/>
                </a:schemeClr>
              </a:solidFill>
              <a:highlight>
                <a:srgbClr val="FFFF00"/>
              </a:highlight>
              <a:latin typeface="Arial Regular" charset="0"/>
              <a:ea typeface="+mn-ea"/>
            </a:endParaRPr>
          </a:p>
        </p:txBody>
      </p:sp>
      <p:pic>
        <p:nvPicPr>
          <p:cNvPr id="22" name="图片 21">
            <a:extLst>
              <a:ext uri="{FF2B5EF4-FFF2-40B4-BE49-F238E27FC236}">
                <a16:creationId xmlns:a16="http://schemas.microsoft.com/office/drawing/2014/main" id="{7F7BC88E-9ECC-BF1A-2008-1AE1DAA337FA}"/>
              </a:ext>
            </a:extLst>
          </p:cNvPr>
          <p:cNvPicPr>
            <a:picLocks noChangeAspect="1"/>
          </p:cNvPicPr>
          <p:nvPr/>
        </p:nvPicPr>
        <p:blipFill>
          <a:blip r:embed="rId6"/>
          <a:stretch>
            <a:fillRect/>
          </a:stretch>
        </p:blipFill>
        <p:spPr>
          <a:xfrm>
            <a:off x="16956632" y="5030258"/>
            <a:ext cx="6016941" cy="3497073"/>
          </a:xfrm>
          <a:prstGeom prst="rect">
            <a:avLst/>
          </a:prstGeom>
        </p:spPr>
      </p:pic>
      <p:sp>
        <p:nvSpPr>
          <p:cNvPr id="24" name="文本框 23">
            <a:extLst>
              <a:ext uri="{FF2B5EF4-FFF2-40B4-BE49-F238E27FC236}">
                <a16:creationId xmlns:a16="http://schemas.microsoft.com/office/drawing/2014/main" id="{82048270-B34E-FE54-E87E-53C6ECE4EB51}"/>
              </a:ext>
            </a:extLst>
          </p:cNvPr>
          <p:cNvSpPr txBox="1"/>
          <p:nvPr/>
        </p:nvSpPr>
        <p:spPr>
          <a:xfrm>
            <a:off x="1439532" y="3785399"/>
            <a:ext cx="7384836" cy="553998"/>
          </a:xfrm>
          <a:prstGeom prst="rect">
            <a:avLst/>
          </a:prstGeom>
          <a:noFill/>
        </p:spPr>
        <p:txBody>
          <a:bodyPr wrap="square">
            <a:spAutoFit/>
          </a:bodyPr>
          <a:lstStyle/>
          <a:p>
            <a:pPr algn="l"/>
            <a:r>
              <a:rPr lang="en-US" altLang="zh-CN" sz="3000" dirty="0">
                <a:solidFill>
                  <a:schemeClr val="tx1">
                    <a:lumMod val="75000"/>
                    <a:lumOff val="25000"/>
                  </a:schemeClr>
                </a:solidFill>
                <a:latin typeface="Arial Regular" charset="0"/>
                <a:ea typeface="+mn-ea"/>
              </a:rPr>
              <a:t>Search for Cisco Secure Client and open it</a:t>
            </a:r>
            <a:endParaRPr lang="zh-CN" altLang="en-US" sz="3000" dirty="0">
              <a:solidFill>
                <a:schemeClr val="tx1">
                  <a:lumMod val="75000"/>
                  <a:lumOff val="25000"/>
                </a:schemeClr>
              </a:solidFill>
              <a:latin typeface="Arial Regular" charset="0"/>
              <a:ea typeface="+mn-ea"/>
            </a:endParaRPr>
          </a:p>
        </p:txBody>
      </p:sp>
    </p:spTree>
    <p:extLst>
      <p:ext uri="{BB962C8B-B14F-4D97-AF65-F5344CB8AC3E}">
        <p14:creationId xmlns:p14="http://schemas.microsoft.com/office/powerpoint/2010/main" val="155893090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6F03B-AFA2-5759-E47F-E96678AFD64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C478587-FB80-4357-F024-E72FD16E3E75}"/>
              </a:ext>
            </a:extLst>
          </p:cNvPr>
          <p:cNvSpPr>
            <a:spLocks noGrp="1"/>
          </p:cNvSpPr>
          <p:nvPr>
            <p:ph type="title"/>
          </p:nvPr>
        </p:nvSpPr>
        <p:spPr/>
        <p:txBody>
          <a:bodyPr>
            <a:normAutofit/>
          </a:bodyPr>
          <a:lstStyle/>
          <a:p>
            <a:r>
              <a:rPr lang="en-US" altLang="zh-CN" sz="5400" dirty="0">
                <a:latin typeface="Arial" panose="020B0604020202020204" pitchFamily="34" charset="0"/>
                <a:ea typeface="宋体" pitchFamily="2" charset="-122"/>
                <a:cs typeface="Arial" panose="020B0604020202020204" pitchFamily="34" charset="0"/>
              </a:rPr>
              <a:t>Network Driver</a:t>
            </a:r>
            <a:endParaRPr lang="en-US" dirty="0"/>
          </a:p>
        </p:txBody>
      </p:sp>
      <p:sp>
        <p:nvSpPr>
          <p:cNvPr id="16" name="TextBox 15">
            <a:extLst>
              <a:ext uri="{FF2B5EF4-FFF2-40B4-BE49-F238E27FC236}">
                <a16:creationId xmlns:a16="http://schemas.microsoft.com/office/drawing/2014/main" id="{0C7D9CE0-765B-A2FE-D9EC-8B016686E238}"/>
              </a:ext>
            </a:extLst>
          </p:cNvPr>
          <p:cNvSpPr txBox="1"/>
          <p:nvPr/>
        </p:nvSpPr>
        <p:spPr>
          <a:xfrm>
            <a:off x="1147313" y="3013474"/>
            <a:ext cx="5631612" cy="1200329"/>
          </a:xfrm>
          <a:prstGeom prst="rect">
            <a:avLst/>
          </a:prstGeom>
          <a:noFill/>
        </p:spPr>
        <p:txBody>
          <a:bodyPr wrap="square">
            <a:spAutoFit/>
          </a:bodyPr>
          <a:lstStyle/>
          <a:p>
            <a:pPr marL="0" marR="0" algn="l">
              <a:buNone/>
            </a:pPr>
            <a:r>
              <a:rPr lang="en-US" sz="2400" dirty="0">
                <a:effectLst/>
                <a:latin typeface="Microsoft YaHei" panose="020B0503020204020204" pitchFamily="34" charset="-122"/>
              </a:rPr>
              <a:t>Method for adding is as </a:t>
            </a:r>
            <a:r>
              <a:rPr lang="en-US" sz="2400" dirty="0" err="1">
                <a:effectLst/>
                <a:latin typeface="Microsoft YaHei" panose="020B0503020204020204" pitchFamily="34" charset="-122"/>
              </a:rPr>
              <a:t>follows:This</a:t>
            </a:r>
            <a:r>
              <a:rPr lang="en-US" sz="2400" dirty="0">
                <a:effectLst/>
                <a:latin typeface="Microsoft YaHei" panose="020B0503020204020204" pitchFamily="34" charset="-122"/>
              </a:rPr>
              <a:t> PC &gt; Open… Select Map network drive</a:t>
            </a:r>
          </a:p>
        </p:txBody>
      </p:sp>
      <p:pic>
        <p:nvPicPr>
          <p:cNvPr id="18" name="Picture 17">
            <a:extLst>
              <a:ext uri="{FF2B5EF4-FFF2-40B4-BE49-F238E27FC236}">
                <a16:creationId xmlns:a16="http://schemas.microsoft.com/office/drawing/2014/main" id="{D2262784-C57C-7CC7-B0CE-2D92BA3B9D6F}"/>
              </a:ext>
            </a:extLst>
          </p:cNvPr>
          <p:cNvPicPr>
            <a:picLocks noChangeAspect="1"/>
          </p:cNvPicPr>
          <p:nvPr/>
        </p:nvPicPr>
        <p:blipFill>
          <a:blip r:embed="rId2"/>
          <a:stretch>
            <a:fillRect/>
          </a:stretch>
        </p:blipFill>
        <p:spPr>
          <a:xfrm>
            <a:off x="1189007" y="4524589"/>
            <a:ext cx="5943600" cy="5655000"/>
          </a:xfrm>
          <a:prstGeom prst="rect">
            <a:avLst/>
          </a:prstGeom>
        </p:spPr>
      </p:pic>
      <p:sp>
        <p:nvSpPr>
          <p:cNvPr id="20" name="TextBox 19">
            <a:extLst>
              <a:ext uri="{FF2B5EF4-FFF2-40B4-BE49-F238E27FC236}">
                <a16:creationId xmlns:a16="http://schemas.microsoft.com/office/drawing/2014/main" id="{FD3FCA02-066F-5012-D9D0-B99BFDE992F3}"/>
              </a:ext>
            </a:extLst>
          </p:cNvPr>
          <p:cNvSpPr txBox="1"/>
          <p:nvPr/>
        </p:nvSpPr>
        <p:spPr>
          <a:xfrm>
            <a:off x="7536612" y="2936702"/>
            <a:ext cx="5493588" cy="1569660"/>
          </a:xfrm>
          <a:prstGeom prst="rect">
            <a:avLst/>
          </a:prstGeom>
          <a:noFill/>
        </p:spPr>
        <p:txBody>
          <a:bodyPr wrap="square">
            <a:spAutoFit/>
          </a:bodyPr>
          <a:lstStyle>
            <a:defPPr>
              <a:defRPr lang="en-US"/>
            </a:defPPr>
            <a:lvl1pPr marL="0" marR="0">
              <a:buNone/>
              <a:defRPr sz="2400">
                <a:effectLst/>
                <a:latin typeface="-apple-system"/>
              </a:defRPr>
            </a:lvl1pPr>
          </a:lstStyle>
          <a:p>
            <a:pPr algn="l"/>
            <a:r>
              <a:rPr lang="en-US" dirty="0"/>
              <a:t>I</a:t>
            </a:r>
            <a:r>
              <a:rPr lang="en-US" altLang="zh-CN" dirty="0"/>
              <a:t>n </a:t>
            </a:r>
            <a:r>
              <a:rPr lang="en-US" dirty="0"/>
              <a:t>the dialog box, select a drive letter for Drive, enter </a:t>
            </a:r>
            <a:r>
              <a:rPr lang="en-US" dirty="0">
                <a:highlight>
                  <a:srgbClr val="FFFF00"/>
                </a:highlight>
              </a:rPr>
              <a:t>“\\10.10.1.10\</a:t>
            </a:r>
            <a:r>
              <a:rPr lang="en-US" dirty="0" err="1">
                <a:highlight>
                  <a:srgbClr val="FFFF00"/>
                </a:highlight>
              </a:rPr>
              <a:t>sharefolder</a:t>
            </a:r>
            <a:r>
              <a:rPr lang="en-US" dirty="0"/>
              <a:t>” in the Folder field, check the first checkbox below, and click Finish.</a:t>
            </a:r>
          </a:p>
        </p:txBody>
      </p:sp>
      <p:sp>
        <p:nvSpPr>
          <p:cNvPr id="26" name="TextBox 25">
            <a:extLst>
              <a:ext uri="{FF2B5EF4-FFF2-40B4-BE49-F238E27FC236}">
                <a16:creationId xmlns:a16="http://schemas.microsoft.com/office/drawing/2014/main" id="{FCAD15E5-CFC2-D72B-88D8-C3B98ABCD46D}"/>
              </a:ext>
            </a:extLst>
          </p:cNvPr>
          <p:cNvSpPr txBox="1"/>
          <p:nvPr/>
        </p:nvSpPr>
        <p:spPr>
          <a:xfrm>
            <a:off x="15697200" y="3013475"/>
            <a:ext cx="7696200" cy="2677656"/>
          </a:xfrm>
          <a:prstGeom prst="rect">
            <a:avLst/>
          </a:prstGeom>
          <a:noFill/>
        </p:spPr>
        <p:txBody>
          <a:bodyPr wrap="square">
            <a:spAutoFit/>
          </a:bodyPr>
          <a:lstStyle>
            <a:defPPr>
              <a:defRPr lang="en-US"/>
            </a:defPPr>
            <a:lvl1pPr marL="0" marR="0">
              <a:buNone/>
              <a:defRPr sz="2400">
                <a:effectLst/>
                <a:latin typeface="-apple-system"/>
              </a:defRPr>
            </a:lvl1pPr>
          </a:lstStyle>
          <a:p>
            <a:pPr algn="l"/>
            <a:r>
              <a:rPr lang="en-US" altLang="zh-CN" dirty="0"/>
              <a:t>You will be prompted to enter username and password. Please select </a:t>
            </a:r>
            <a:r>
              <a:rPr lang="en-US" altLang="zh-CN" dirty="0">
                <a:highlight>
                  <a:srgbClr val="FFFF00"/>
                </a:highlight>
              </a:rPr>
              <a:t>Use a different account</a:t>
            </a:r>
            <a:r>
              <a:rPr lang="en-US" altLang="zh-CN" dirty="0"/>
              <a:t>, then input your credentials to log in.</a:t>
            </a:r>
          </a:p>
          <a:p>
            <a:pPr algn="l"/>
            <a:r>
              <a:rPr lang="en-US" i="1" dirty="0">
                <a:solidFill>
                  <a:srgbClr val="FF0000"/>
                </a:solidFill>
              </a:rPr>
              <a:t>Note: The NAS network disk uses an independent set of account and password, which is different from your email account credentials. If you do not know them, please contact IT for a password reset.</a:t>
            </a:r>
          </a:p>
        </p:txBody>
      </p:sp>
      <p:sp>
        <p:nvSpPr>
          <p:cNvPr id="28" name="TextBox 27">
            <a:extLst>
              <a:ext uri="{FF2B5EF4-FFF2-40B4-BE49-F238E27FC236}">
                <a16:creationId xmlns:a16="http://schemas.microsoft.com/office/drawing/2014/main" id="{03A1392D-3E89-DCF4-F3D4-35322EFAAA2B}"/>
              </a:ext>
            </a:extLst>
          </p:cNvPr>
          <p:cNvSpPr txBox="1"/>
          <p:nvPr/>
        </p:nvSpPr>
        <p:spPr>
          <a:xfrm>
            <a:off x="1030760" y="10483101"/>
            <a:ext cx="5943600" cy="830997"/>
          </a:xfrm>
          <a:prstGeom prst="rect">
            <a:avLst/>
          </a:prstGeom>
          <a:noFill/>
        </p:spPr>
        <p:txBody>
          <a:bodyPr wrap="square">
            <a:spAutoFit/>
          </a:bodyPr>
          <a:lstStyle>
            <a:defPPr>
              <a:defRPr lang="en-US"/>
            </a:defPPr>
            <a:lvl1pPr marL="0" marR="0">
              <a:buNone/>
              <a:defRPr sz="2400">
                <a:effectLst/>
                <a:latin typeface="-apple-system"/>
              </a:defRPr>
            </a:lvl1pPr>
          </a:lstStyle>
          <a:p>
            <a:pPr algn="l"/>
            <a:r>
              <a:rPr lang="en-US" dirty="0"/>
              <a:t>Once added successfully, it will show up in This PC.</a:t>
            </a:r>
          </a:p>
        </p:txBody>
      </p:sp>
      <p:pic>
        <p:nvPicPr>
          <p:cNvPr id="2" name="Picture 36" descr="clipboard-2026-08-04T05-18-24-060Z-1e3d3cbf.png">
            <a:extLst>
              <a:ext uri="{FF2B5EF4-FFF2-40B4-BE49-F238E27FC236}">
                <a16:creationId xmlns:a16="http://schemas.microsoft.com/office/drawing/2014/main" id="{E9AA261B-AB46-D64C-27CE-CD0A87256CFE}"/>
              </a:ext>
            </a:extLst>
          </p:cNvPr>
          <p:cNvPicPr>
            <a:picLocks noChangeAspect="1"/>
          </p:cNvPicPr>
          <p:nvPr/>
        </p:nvPicPr>
        <p:blipFill>
          <a:blip r:embed="rId3"/>
          <a:stretch>
            <a:fillRect/>
          </a:stretch>
        </p:blipFill>
        <p:spPr>
          <a:xfrm>
            <a:off x="22021800" y="12798771"/>
            <a:ext cx="2298600" cy="917229"/>
          </a:xfrm>
          <a:prstGeom prst="rect">
            <a:avLst/>
          </a:prstGeom>
        </p:spPr>
      </p:pic>
      <p:pic>
        <p:nvPicPr>
          <p:cNvPr id="4" name="图片 3">
            <a:extLst>
              <a:ext uri="{FF2B5EF4-FFF2-40B4-BE49-F238E27FC236}">
                <a16:creationId xmlns:a16="http://schemas.microsoft.com/office/drawing/2014/main" id="{C147EE8F-EDBE-4475-4797-1071A504D5D5}"/>
              </a:ext>
            </a:extLst>
          </p:cNvPr>
          <p:cNvPicPr>
            <a:picLocks noChangeAspect="1"/>
          </p:cNvPicPr>
          <p:nvPr/>
        </p:nvPicPr>
        <p:blipFill>
          <a:blip r:embed="rId4"/>
          <a:stretch>
            <a:fillRect/>
          </a:stretch>
        </p:blipFill>
        <p:spPr>
          <a:xfrm>
            <a:off x="7722079" y="4406699"/>
            <a:ext cx="7147767" cy="5899355"/>
          </a:xfrm>
          <a:prstGeom prst="rect">
            <a:avLst/>
          </a:prstGeom>
        </p:spPr>
      </p:pic>
      <p:pic>
        <p:nvPicPr>
          <p:cNvPr id="7" name="图片 6">
            <a:extLst>
              <a:ext uri="{FF2B5EF4-FFF2-40B4-BE49-F238E27FC236}">
                <a16:creationId xmlns:a16="http://schemas.microsoft.com/office/drawing/2014/main" id="{BD9877AE-EE7F-7C43-4526-1407A98CDC8D}"/>
              </a:ext>
            </a:extLst>
          </p:cNvPr>
          <p:cNvPicPr>
            <a:picLocks noChangeAspect="1"/>
          </p:cNvPicPr>
          <p:nvPr/>
        </p:nvPicPr>
        <p:blipFill>
          <a:blip r:embed="rId5"/>
          <a:stretch>
            <a:fillRect/>
          </a:stretch>
        </p:blipFill>
        <p:spPr>
          <a:xfrm>
            <a:off x="15817869" y="5867400"/>
            <a:ext cx="4311872" cy="5893103"/>
          </a:xfrm>
          <a:prstGeom prst="rect">
            <a:avLst/>
          </a:prstGeom>
        </p:spPr>
      </p:pic>
      <p:pic>
        <p:nvPicPr>
          <p:cNvPr id="10" name="图片 9">
            <a:extLst>
              <a:ext uri="{FF2B5EF4-FFF2-40B4-BE49-F238E27FC236}">
                <a16:creationId xmlns:a16="http://schemas.microsoft.com/office/drawing/2014/main" id="{45B358E0-E395-D27D-348E-43F1D0A4F0AD}"/>
              </a:ext>
            </a:extLst>
          </p:cNvPr>
          <p:cNvPicPr>
            <a:picLocks noChangeAspect="1"/>
          </p:cNvPicPr>
          <p:nvPr/>
        </p:nvPicPr>
        <p:blipFill>
          <a:blip r:embed="rId6"/>
          <a:stretch>
            <a:fillRect/>
          </a:stretch>
        </p:blipFill>
        <p:spPr>
          <a:xfrm>
            <a:off x="1147313" y="11372043"/>
            <a:ext cx="3686717" cy="1000119"/>
          </a:xfrm>
          <a:prstGeom prst="rect">
            <a:avLst/>
          </a:prstGeom>
        </p:spPr>
      </p:pic>
      <p:sp>
        <p:nvSpPr>
          <p:cNvPr id="14" name="文本框 13">
            <a:extLst>
              <a:ext uri="{FF2B5EF4-FFF2-40B4-BE49-F238E27FC236}">
                <a16:creationId xmlns:a16="http://schemas.microsoft.com/office/drawing/2014/main" id="{82A8E334-9F53-B4D2-7FC5-F2D9D96CDECB}"/>
              </a:ext>
            </a:extLst>
          </p:cNvPr>
          <p:cNvSpPr txBox="1"/>
          <p:nvPr/>
        </p:nvSpPr>
        <p:spPr>
          <a:xfrm>
            <a:off x="7643295" y="10659336"/>
            <a:ext cx="5943600" cy="1938992"/>
          </a:xfrm>
          <a:prstGeom prst="rect">
            <a:avLst/>
          </a:prstGeom>
          <a:noFill/>
        </p:spPr>
        <p:txBody>
          <a:bodyPr wrap="square">
            <a:spAutoFit/>
          </a:bodyPr>
          <a:lstStyle/>
          <a:p>
            <a:pPr algn="l"/>
            <a:r>
              <a:rPr lang="en-US" altLang="zh-CN" sz="2400" dirty="0">
                <a:latin typeface="Microsoft YaHei" panose="020B0503020204020204" pitchFamily="34" charset="-122"/>
              </a:rPr>
              <a:t>Shanghai NAS</a:t>
            </a:r>
          </a:p>
          <a:p>
            <a:pPr algn="l"/>
            <a:r>
              <a:rPr lang="en-US" altLang="zh-CN" sz="2400" dirty="0">
                <a:latin typeface="Microsoft YaHei" panose="020B0503020204020204" pitchFamily="34" charset="-122"/>
                <a:hlinkClick r:id="rId7" action="ppaction://hlinkfile"/>
              </a:rPr>
              <a:t>\\10.10.1.10\sharefolder</a:t>
            </a:r>
            <a:endParaRPr lang="en-US" altLang="zh-CN" sz="2400" dirty="0">
              <a:latin typeface="Microsoft YaHei" panose="020B0503020204020204" pitchFamily="34" charset="-122"/>
            </a:endParaRPr>
          </a:p>
          <a:p>
            <a:pPr algn="l"/>
            <a:endParaRPr lang="en-US" altLang="zh-CN" sz="2400" dirty="0">
              <a:latin typeface="Microsoft YaHei" panose="020B0503020204020204" pitchFamily="34" charset="-122"/>
            </a:endParaRPr>
          </a:p>
          <a:p>
            <a:pPr algn="l"/>
            <a:r>
              <a:rPr lang="en-US" altLang="zh-CN" sz="2400" dirty="0">
                <a:latin typeface="Microsoft YaHei" panose="020B0503020204020204" pitchFamily="34" charset="-122"/>
              </a:rPr>
              <a:t>Ningbo NAS</a:t>
            </a:r>
          </a:p>
          <a:p>
            <a:pPr algn="l"/>
            <a:r>
              <a:rPr lang="en-US" altLang="zh-CN" sz="2400" dirty="0">
                <a:latin typeface="Microsoft YaHei" panose="020B0503020204020204" pitchFamily="34" charset="-122"/>
                <a:hlinkClick r:id="rId8" action="ppaction://hlinkfile"/>
              </a:rPr>
              <a:t>\\10.10.3.190\photoshop</a:t>
            </a:r>
            <a:endParaRPr lang="en-US" altLang="zh-CN" sz="2400" dirty="0">
              <a:latin typeface="Microsoft YaHei" panose="020B0503020204020204" pitchFamily="34" charset="-122"/>
            </a:endParaRPr>
          </a:p>
        </p:txBody>
      </p:sp>
    </p:spTree>
    <p:extLst>
      <p:ext uri="{BB962C8B-B14F-4D97-AF65-F5344CB8AC3E}">
        <p14:creationId xmlns:p14="http://schemas.microsoft.com/office/powerpoint/2010/main" val="218999208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9909D-5FCE-149E-312F-CED5202497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87F8F44-0727-E394-97B2-75AE953F4333}"/>
              </a:ext>
            </a:extLst>
          </p:cNvPr>
          <p:cNvSpPr>
            <a:spLocks noGrp="1"/>
          </p:cNvSpPr>
          <p:nvPr>
            <p:ph type="title"/>
          </p:nvPr>
        </p:nvSpPr>
        <p:spPr/>
        <p:txBody>
          <a:bodyPr>
            <a:normAutofit/>
          </a:bodyPr>
          <a:lstStyle/>
          <a:p>
            <a:r>
              <a:rPr lang="en-US" altLang="zh-CN" sz="5400" dirty="0">
                <a:latin typeface="Arial" panose="020B0604020202020204" pitchFamily="34" charset="0"/>
                <a:ea typeface="宋体" pitchFamily="2" charset="-122"/>
                <a:cs typeface="Arial" panose="020B0604020202020204" pitchFamily="34" charset="0"/>
              </a:rPr>
              <a:t>How to Add a Printer</a:t>
            </a:r>
            <a:endParaRPr lang="en-US" dirty="0"/>
          </a:p>
        </p:txBody>
      </p:sp>
      <p:sp>
        <p:nvSpPr>
          <p:cNvPr id="16" name="TextBox 15">
            <a:extLst>
              <a:ext uri="{FF2B5EF4-FFF2-40B4-BE49-F238E27FC236}">
                <a16:creationId xmlns:a16="http://schemas.microsoft.com/office/drawing/2014/main" id="{76B3D659-543A-9FA0-5009-09B407561C3B}"/>
              </a:ext>
            </a:extLst>
          </p:cNvPr>
          <p:cNvSpPr txBox="1"/>
          <p:nvPr/>
        </p:nvSpPr>
        <p:spPr>
          <a:xfrm>
            <a:off x="572302" y="2513154"/>
            <a:ext cx="6304568" cy="1569660"/>
          </a:xfrm>
          <a:prstGeom prst="rect">
            <a:avLst/>
          </a:prstGeom>
          <a:noFill/>
        </p:spPr>
        <p:txBody>
          <a:bodyPr wrap="square">
            <a:spAutoFit/>
          </a:bodyPr>
          <a:lstStyle/>
          <a:p>
            <a:pPr marL="0" marR="0" algn="l">
              <a:buNone/>
            </a:pPr>
            <a:r>
              <a:rPr lang="en-US" sz="2400" dirty="0">
                <a:effectLst/>
                <a:latin typeface="Microsoft YaHei" panose="020B0503020204020204" pitchFamily="34" charset="-122"/>
              </a:rPr>
              <a:t>Add Shanghai Office Printer: 10.10.1.91</a:t>
            </a:r>
            <a:br>
              <a:rPr lang="en-US" sz="2400" dirty="0">
                <a:effectLst/>
                <a:latin typeface="Microsoft YaHei" panose="020B0503020204020204" pitchFamily="34" charset="-122"/>
              </a:rPr>
            </a:br>
            <a:r>
              <a:rPr lang="en-US" sz="2400" dirty="0">
                <a:effectLst/>
                <a:latin typeface="Microsoft YaHei" panose="020B0503020204020204" pitchFamily="34" charset="-122"/>
              </a:rPr>
              <a:t>Settings &gt; Bluetooth &amp; devices &gt; Printers &amp; scanners &gt; Add device, select Add a new device manually</a:t>
            </a:r>
            <a:endParaRPr lang="en-US" sz="2400" dirty="0">
              <a:latin typeface="Microsoft YaHei" panose="020B0503020204020204" pitchFamily="34" charset="-122"/>
            </a:endParaRPr>
          </a:p>
        </p:txBody>
      </p:sp>
      <p:sp>
        <p:nvSpPr>
          <p:cNvPr id="20" name="TextBox 19">
            <a:extLst>
              <a:ext uri="{FF2B5EF4-FFF2-40B4-BE49-F238E27FC236}">
                <a16:creationId xmlns:a16="http://schemas.microsoft.com/office/drawing/2014/main" id="{8D01EF46-1981-1E30-AC65-2AE6E7FF5911}"/>
              </a:ext>
            </a:extLst>
          </p:cNvPr>
          <p:cNvSpPr txBox="1"/>
          <p:nvPr/>
        </p:nvSpPr>
        <p:spPr>
          <a:xfrm>
            <a:off x="9455228" y="2513154"/>
            <a:ext cx="7047362" cy="1569660"/>
          </a:xfrm>
          <a:prstGeom prst="rect">
            <a:avLst/>
          </a:prstGeom>
          <a:noFill/>
        </p:spPr>
        <p:txBody>
          <a:bodyPr wrap="square">
            <a:spAutoFit/>
          </a:bodyPr>
          <a:lstStyle>
            <a:defPPr>
              <a:defRPr lang="en-US"/>
            </a:defPPr>
            <a:lvl1pPr marL="0" marR="0">
              <a:buNone/>
              <a:defRPr sz="2400">
                <a:effectLst/>
                <a:latin typeface="Microsoft YaHei" panose="020B0503020204020204" pitchFamily="34" charset="-122"/>
              </a:defRPr>
            </a:lvl1pPr>
          </a:lstStyle>
          <a:p>
            <a:pPr algn="l"/>
            <a:r>
              <a:rPr lang="en-US" dirty="0"/>
              <a:t>Select Autodetect and enter IP address 10.10.1.91.</a:t>
            </a:r>
          </a:p>
          <a:p>
            <a:pPr algn="l"/>
            <a:r>
              <a:rPr lang="en-US" dirty="0"/>
              <a:t>If it is not detected automatically, select IPP Device.</a:t>
            </a:r>
          </a:p>
        </p:txBody>
      </p:sp>
      <p:sp>
        <p:nvSpPr>
          <p:cNvPr id="26" name="TextBox 25">
            <a:extLst>
              <a:ext uri="{FF2B5EF4-FFF2-40B4-BE49-F238E27FC236}">
                <a16:creationId xmlns:a16="http://schemas.microsoft.com/office/drawing/2014/main" id="{6D4DB9E0-541B-2EDD-FAC4-0A6AC9A9DB72}"/>
              </a:ext>
            </a:extLst>
          </p:cNvPr>
          <p:cNvSpPr txBox="1"/>
          <p:nvPr/>
        </p:nvSpPr>
        <p:spPr>
          <a:xfrm>
            <a:off x="16306800" y="2143822"/>
            <a:ext cx="7814094" cy="1938992"/>
          </a:xfrm>
          <a:prstGeom prst="rect">
            <a:avLst/>
          </a:prstGeom>
          <a:noFill/>
        </p:spPr>
        <p:txBody>
          <a:bodyPr wrap="square">
            <a:spAutoFit/>
          </a:bodyPr>
          <a:lstStyle>
            <a:defPPr>
              <a:defRPr lang="en-US"/>
            </a:defPPr>
            <a:lvl1pPr marL="0" marR="0">
              <a:buNone/>
              <a:defRPr sz="2400">
                <a:effectLst/>
                <a:latin typeface="Microsoft YaHei" panose="020B0503020204020204" pitchFamily="34" charset="-122"/>
              </a:defRPr>
            </a:lvl1pPr>
          </a:lstStyle>
          <a:p>
            <a:pPr algn="l"/>
            <a:r>
              <a:rPr lang="en-US" dirty="0"/>
              <a:t>Once the printer installation completes and the HP printer appears, it indicates that the addition was successful. Modify the default black‑and‑white print settings as follows. Remember to select the name of the newly added printer when printing documents.</a:t>
            </a:r>
          </a:p>
        </p:txBody>
      </p:sp>
      <p:pic>
        <p:nvPicPr>
          <p:cNvPr id="2" name="Picture 36" descr="clipboard-2026-08-04T05-18-24-060Z-1e3d3cbf.png">
            <a:extLst>
              <a:ext uri="{FF2B5EF4-FFF2-40B4-BE49-F238E27FC236}">
                <a16:creationId xmlns:a16="http://schemas.microsoft.com/office/drawing/2014/main" id="{13253621-2C82-93A8-A1B0-DC1D88FF5E62}"/>
              </a:ext>
            </a:extLst>
          </p:cNvPr>
          <p:cNvPicPr>
            <a:picLocks noChangeAspect="1"/>
          </p:cNvPicPr>
          <p:nvPr/>
        </p:nvPicPr>
        <p:blipFill>
          <a:blip r:embed="rId2"/>
          <a:stretch>
            <a:fillRect/>
          </a:stretch>
        </p:blipFill>
        <p:spPr>
          <a:xfrm>
            <a:off x="22021800" y="12798771"/>
            <a:ext cx="2298600" cy="917229"/>
          </a:xfrm>
          <a:prstGeom prst="rect">
            <a:avLst/>
          </a:prstGeom>
        </p:spPr>
      </p:pic>
      <p:pic>
        <p:nvPicPr>
          <p:cNvPr id="9" name="图片 8">
            <a:extLst>
              <a:ext uri="{FF2B5EF4-FFF2-40B4-BE49-F238E27FC236}">
                <a16:creationId xmlns:a16="http://schemas.microsoft.com/office/drawing/2014/main" id="{2938A79B-E716-A7E8-EF5A-9C91F3C1CCFB}"/>
              </a:ext>
            </a:extLst>
          </p:cNvPr>
          <p:cNvPicPr>
            <a:picLocks noChangeAspect="1"/>
          </p:cNvPicPr>
          <p:nvPr/>
        </p:nvPicPr>
        <p:blipFill>
          <a:blip r:embed="rId3"/>
          <a:stretch>
            <a:fillRect/>
          </a:stretch>
        </p:blipFill>
        <p:spPr>
          <a:xfrm>
            <a:off x="572302" y="4195171"/>
            <a:ext cx="8639816" cy="5540035"/>
          </a:xfrm>
          <a:prstGeom prst="rect">
            <a:avLst/>
          </a:prstGeom>
        </p:spPr>
      </p:pic>
      <p:pic>
        <p:nvPicPr>
          <p:cNvPr id="13" name="图片 12">
            <a:extLst>
              <a:ext uri="{FF2B5EF4-FFF2-40B4-BE49-F238E27FC236}">
                <a16:creationId xmlns:a16="http://schemas.microsoft.com/office/drawing/2014/main" id="{025B917A-43E8-6FDC-89ED-F26B9282A21C}"/>
              </a:ext>
            </a:extLst>
          </p:cNvPr>
          <p:cNvPicPr>
            <a:picLocks noChangeAspect="1"/>
          </p:cNvPicPr>
          <p:nvPr/>
        </p:nvPicPr>
        <p:blipFill>
          <a:blip r:embed="rId4"/>
          <a:stretch>
            <a:fillRect/>
          </a:stretch>
        </p:blipFill>
        <p:spPr>
          <a:xfrm>
            <a:off x="9455228" y="4195170"/>
            <a:ext cx="6726093" cy="5540035"/>
          </a:xfrm>
          <a:prstGeom prst="rect">
            <a:avLst/>
          </a:prstGeom>
        </p:spPr>
      </p:pic>
      <p:pic>
        <p:nvPicPr>
          <p:cNvPr id="15" name="图片 14">
            <a:extLst>
              <a:ext uri="{FF2B5EF4-FFF2-40B4-BE49-F238E27FC236}">
                <a16:creationId xmlns:a16="http://schemas.microsoft.com/office/drawing/2014/main" id="{E247880E-9117-89D3-96F9-C467474D5EDE}"/>
              </a:ext>
            </a:extLst>
          </p:cNvPr>
          <p:cNvPicPr>
            <a:picLocks noChangeAspect="1"/>
          </p:cNvPicPr>
          <p:nvPr/>
        </p:nvPicPr>
        <p:blipFill>
          <a:blip r:embed="rId5"/>
          <a:stretch>
            <a:fillRect/>
          </a:stretch>
        </p:blipFill>
        <p:spPr>
          <a:xfrm>
            <a:off x="16424431" y="4195170"/>
            <a:ext cx="6803283" cy="5915899"/>
          </a:xfrm>
          <a:prstGeom prst="rect">
            <a:avLst/>
          </a:prstGeom>
        </p:spPr>
      </p:pic>
    </p:spTree>
    <p:extLst>
      <p:ext uri="{BB962C8B-B14F-4D97-AF65-F5344CB8AC3E}">
        <p14:creationId xmlns:p14="http://schemas.microsoft.com/office/powerpoint/2010/main" val="98718853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dirty="0"/>
              <a:t>O</a:t>
            </a:r>
            <a:r>
              <a:rPr lang="en-US" altLang="zh-CN" dirty="0" err="1"/>
              <a:t>utlook</a:t>
            </a:r>
            <a:r>
              <a:rPr lang="zh-CN" altLang="en-US" dirty="0"/>
              <a:t> </a:t>
            </a:r>
            <a:r>
              <a:rPr lang="en-US" altLang="zh-CN" dirty="0" err="1"/>
              <a:t>backup&amp;Online</a:t>
            </a:r>
            <a:r>
              <a:rPr lang="en-US" altLang="zh-CN" dirty="0"/>
              <a:t> version overview</a:t>
            </a:r>
            <a:endParaRPr lang="en-GB" dirty="0"/>
          </a:p>
        </p:txBody>
      </p:sp>
      <p:pic>
        <p:nvPicPr>
          <p:cNvPr id="23" name="图片 22">
            <a:extLst>
              <a:ext uri="{FF2B5EF4-FFF2-40B4-BE49-F238E27FC236}">
                <a16:creationId xmlns:a16="http://schemas.microsoft.com/office/drawing/2014/main" id="{5D04A15C-5783-F849-52AD-E3768C7CF870}"/>
              </a:ext>
            </a:extLst>
          </p:cNvPr>
          <p:cNvPicPr>
            <a:picLocks noChangeAspect="1"/>
          </p:cNvPicPr>
          <p:nvPr/>
        </p:nvPicPr>
        <p:blipFill>
          <a:blip r:embed="rId2"/>
          <a:stretch>
            <a:fillRect/>
          </a:stretch>
        </p:blipFill>
        <p:spPr>
          <a:xfrm>
            <a:off x="13281699" y="4603671"/>
            <a:ext cx="9829800" cy="7648989"/>
          </a:xfrm>
          <a:prstGeom prst="rect">
            <a:avLst/>
          </a:prstGeom>
        </p:spPr>
      </p:pic>
      <p:sp>
        <p:nvSpPr>
          <p:cNvPr id="4" name="TextBox 3">
            <a:extLst>
              <a:ext uri="{FF2B5EF4-FFF2-40B4-BE49-F238E27FC236}">
                <a16:creationId xmlns:a16="http://schemas.microsoft.com/office/drawing/2014/main" id="{11DC2400-39E4-CCBC-C157-594760F3AEC0}"/>
              </a:ext>
            </a:extLst>
          </p:cNvPr>
          <p:cNvSpPr txBox="1"/>
          <p:nvPr/>
        </p:nvSpPr>
        <p:spPr>
          <a:xfrm>
            <a:off x="13281699" y="2980342"/>
            <a:ext cx="9027640" cy="1077218"/>
          </a:xfrm>
          <a:prstGeom prst="rect">
            <a:avLst/>
          </a:prstGeom>
          <a:noFill/>
        </p:spPr>
        <p:txBody>
          <a:bodyPr wrap="square">
            <a:spAutoFit/>
          </a:bodyPr>
          <a:lstStyle>
            <a:defPPr>
              <a:defRPr lang="en-US"/>
            </a:defPPr>
            <a:lvl1pPr algn="l">
              <a:defRPr sz="3200"/>
            </a:lvl1pPr>
          </a:lstStyle>
          <a:p>
            <a:r>
              <a:rPr lang="en-US" altLang="zh-CN" dirty="0"/>
              <a:t>Online version:</a:t>
            </a:r>
            <a:br>
              <a:rPr lang="en-US" altLang="zh-CN" dirty="0">
                <a:hlinkClick r:id="rId3"/>
              </a:rPr>
            </a:br>
            <a:r>
              <a:rPr lang="en-US" altLang="zh-CN" dirty="0">
                <a:hlinkClick r:id="rId3"/>
              </a:rPr>
              <a:t>https://outlook.office365.com/mail/</a:t>
            </a:r>
            <a:endParaRPr lang="en-US" dirty="0"/>
          </a:p>
        </p:txBody>
      </p:sp>
      <p:sp>
        <p:nvSpPr>
          <p:cNvPr id="7" name="TextBox 6">
            <a:extLst>
              <a:ext uri="{FF2B5EF4-FFF2-40B4-BE49-F238E27FC236}">
                <a16:creationId xmlns:a16="http://schemas.microsoft.com/office/drawing/2014/main" id="{CC467BE8-EB81-D887-9F04-0EF5F797FB15}"/>
              </a:ext>
            </a:extLst>
          </p:cNvPr>
          <p:cNvSpPr txBox="1"/>
          <p:nvPr/>
        </p:nvSpPr>
        <p:spPr>
          <a:xfrm>
            <a:off x="762000" y="2495714"/>
            <a:ext cx="12115799" cy="2062103"/>
          </a:xfrm>
          <a:prstGeom prst="rect">
            <a:avLst/>
          </a:prstGeom>
          <a:noFill/>
        </p:spPr>
        <p:txBody>
          <a:bodyPr wrap="square">
            <a:spAutoFit/>
          </a:bodyPr>
          <a:lstStyle/>
          <a:p>
            <a:pPr algn="l"/>
            <a:r>
              <a:rPr lang="en-US" sz="3200" dirty="0"/>
              <a:t>O</a:t>
            </a:r>
            <a:r>
              <a:rPr lang="en-US" altLang="zh-CN" sz="3200" dirty="0"/>
              <a:t>utlook backup .</a:t>
            </a:r>
            <a:r>
              <a:rPr lang="en-US" altLang="zh-CN" sz="3200" dirty="0" err="1"/>
              <a:t>pst</a:t>
            </a:r>
            <a:r>
              <a:rPr lang="en-US" altLang="zh-CN" sz="3200" dirty="0"/>
              <a:t> file: Settings&gt;Data Files&gt;Export</a:t>
            </a:r>
            <a:br>
              <a:rPr lang="en-US" altLang="zh-CN" sz="3200" dirty="0"/>
            </a:br>
            <a:r>
              <a:rPr lang="en-US" altLang="zh-CN" sz="3200" dirty="0"/>
              <a:t>If you perform an Outlook backup to a .</a:t>
            </a:r>
            <a:r>
              <a:rPr lang="en-US" altLang="zh-CN" sz="3200" dirty="0" err="1"/>
              <a:t>pst</a:t>
            </a:r>
            <a:r>
              <a:rPr lang="en-US" altLang="zh-CN" sz="3200" dirty="0"/>
              <a:t> file, </a:t>
            </a:r>
            <a:r>
              <a:rPr lang="en-US" altLang="zh-CN" sz="3200" b="1" dirty="0">
                <a:highlight>
                  <a:srgbClr val="FFFF00"/>
                </a:highlight>
              </a:rPr>
              <a:t>make sure to back up this file before switching to a new PC or reinstalling the system</a:t>
            </a:r>
            <a:r>
              <a:rPr lang="en-US" altLang="zh-CN" sz="3200" dirty="0"/>
              <a:t>. Otherwise, historical emails will be lost.</a:t>
            </a:r>
            <a:endParaRPr lang="en-US" sz="3200" dirty="0"/>
          </a:p>
        </p:txBody>
      </p:sp>
      <p:pic>
        <p:nvPicPr>
          <p:cNvPr id="2" name="Picture 36" descr="clipboard-2026-08-04T05-18-24-060Z-1e3d3cbf.png">
            <a:extLst>
              <a:ext uri="{FF2B5EF4-FFF2-40B4-BE49-F238E27FC236}">
                <a16:creationId xmlns:a16="http://schemas.microsoft.com/office/drawing/2014/main" id="{C904492C-FBF0-2EBE-5A9B-58BEB436F717}"/>
              </a:ext>
            </a:extLst>
          </p:cNvPr>
          <p:cNvPicPr>
            <a:picLocks noChangeAspect="1"/>
          </p:cNvPicPr>
          <p:nvPr/>
        </p:nvPicPr>
        <p:blipFill>
          <a:blip r:embed="rId4"/>
          <a:stretch>
            <a:fillRect/>
          </a:stretch>
        </p:blipFill>
        <p:spPr>
          <a:xfrm>
            <a:off x="22021800" y="12798771"/>
            <a:ext cx="2298600" cy="917229"/>
          </a:xfrm>
          <a:prstGeom prst="rect">
            <a:avLst/>
          </a:prstGeom>
        </p:spPr>
      </p:pic>
      <p:pic>
        <p:nvPicPr>
          <p:cNvPr id="9" name="图片 8">
            <a:extLst>
              <a:ext uri="{FF2B5EF4-FFF2-40B4-BE49-F238E27FC236}">
                <a16:creationId xmlns:a16="http://schemas.microsoft.com/office/drawing/2014/main" id="{D82E7344-F23C-A633-AB55-B5E692AFCD86}"/>
              </a:ext>
            </a:extLst>
          </p:cNvPr>
          <p:cNvPicPr>
            <a:picLocks noChangeAspect="1"/>
          </p:cNvPicPr>
          <p:nvPr/>
        </p:nvPicPr>
        <p:blipFill>
          <a:blip r:embed="rId5"/>
          <a:stretch>
            <a:fillRect/>
          </a:stretch>
        </p:blipFill>
        <p:spPr>
          <a:xfrm>
            <a:off x="762000" y="4603671"/>
            <a:ext cx="11658600" cy="8128806"/>
          </a:xfrm>
          <a:prstGeom prst="rect">
            <a:avLst/>
          </a:prstGeom>
        </p:spPr>
      </p:pic>
    </p:spTree>
    <p:extLst>
      <p:ext uri="{BB962C8B-B14F-4D97-AF65-F5344CB8AC3E}">
        <p14:creationId xmlns:p14="http://schemas.microsoft.com/office/powerpoint/2010/main" val="5850141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zh-CN" dirty="0">
                <a:ea typeface="宋体" pitchFamily="2" charset="-122"/>
              </a:rPr>
              <a:t>Book Meeting Room</a:t>
            </a:r>
            <a:endParaRPr lang="en-GB" dirty="0"/>
          </a:p>
        </p:txBody>
      </p:sp>
      <p:sp>
        <p:nvSpPr>
          <p:cNvPr id="19" name="TextBox 1">
            <a:extLst>
              <a:ext uri="{FF2B5EF4-FFF2-40B4-BE49-F238E27FC236}">
                <a16:creationId xmlns:a16="http://schemas.microsoft.com/office/drawing/2014/main" id="{7A0C8D73-5E0E-7ADA-F663-CCE291D3C21D}"/>
              </a:ext>
            </a:extLst>
          </p:cNvPr>
          <p:cNvSpPr txBox="1"/>
          <p:nvPr/>
        </p:nvSpPr>
        <p:spPr>
          <a:xfrm>
            <a:off x="17524562" y="2978521"/>
            <a:ext cx="3401003" cy="646331"/>
          </a:xfrm>
          <a:prstGeom prst="rect">
            <a:avLst/>
          </a:prstGeom>
          <a:noFill/>
        </p:spPr>
        <p:txBody>
          <a:bodyPr wrap="square" rtlCol="0">
            <a:spAutoFit/>
          </a:bodyPr>
          <a:lstStyle/>
          <a:p>
            <a:r>
              <a:rPr lang="en-US" altLang="zh-CN" sz="3600" i="0" dirty="0"/>
              <a:t>Shanghai Office</a:t>
            </a:r>
            <a:endParaRPr lang="zh-CN" altLang="en-US" sz="3600" i="0" dirty="0"/>
          </a:p>
        </p:txBody>
      </p:sp>
      <p:sp>
        <p:nvSpPr>
          <p:cNvPr id="22" name="TextBox 6">
            <a:extLst>
              <a:ext uri="{FF2B5EF4-FFF2-40B4-BE49-F238E27FC236}">
                <a16:creationId xmlns:a16="http://schemas.microsoft.com/office/drawing/2014/main" id="{AAFD907A-3C32-97EA-A3B6-CC6D9478046E}"/>
              </a:ext>
            </a:extLst>
          </p:cNvPr>
          <p:cNvSpPr txBox="1"/>
          <p:nvPr/>
        </p:nvSpPr>
        <p:spPr>
          <a:xfrm>
            <a:off x="17596698" y="6500724"/>
            <a:ext cx="2752998" cy="646331"/>
          </a:xfrm>
          <a:prstGeom prst="rect">
            <a:avLst/>
          </a:prstGeom>
          <a:noFill/>
        </p:spPr>
        <p:txBody>
          <a:bodyPr wrap="none" rtlCol="0">
            <a:spAutoFit/>
          </a:bodyPr>
          <a:lstStyle/>
          <a:p>
            <a:r>
              <a:rPr lang="en-US" altLang="zh-CN" sz="3600" i="0" dirty="0"/>
              <a:t>Ningbo Office</a:t>
            </a:r>
            <a:endParaRPr lang="zh-CN" altLang="en-US" sz="3600" i="0" dirty="0"/>
          </a:p>
        </p:txBody>
      </p:sp>
      <p:sp>
        <p:nvSpPr>
          <p:cNvPr id="16" name="TextBox 6">
            <a:extLst>
              <a:ext uri="{FF2B5EF4-FFF2-40B4-BE49-F238E27FC236}">
                <a16:creationId xmlns:a16="http://schemas.microsoft.com/office/drawing/2014/main" id="{99CB5CA2-E746-652A-6D4F-9FCF0D361A26}"/>
              </a:ext>
            </a:extLst>
          </p:cNvPr>
          <p:cNvSpPr txBox="1"/>
          <p:nvPr/>
        </p:nvSpPr>
        <p:spPr>
          <a:xfrm>
            <a:off x="17524562" y="9586372"/>
            <a:ext cx="3528851" cy="646331"/>
          </a:xfrm>
          <a:prstGeom prst="rect">
            <a:avLst/>
          </a:prstGeom>
          <a:noFill/>
        </p:spPr>
        <p:txBody>
          <a:bodyPr wrap="none" rtlCol="0">
            <a:spAutoFit/>
          </a:bodyPr>
          <a:lstStyle/>
          <a:p>
            <a:r>
              <a:rPr lang="en-US" altLang="zh-CN" sz="3600" i="0" dirty="0"/>
              <a:t>Guangzhou Office</a:t>
            </a:r>
            <a:endParaRPr lang="zh-CN" altLang="en-US" sz="3600" i="0" dirty="0"/>
          </a:p>
        </p:txBody>
      </p:sp>
      <p:pic>
        <p:nvPicPr>
          <p:cNvPr id="2" name="Picture 36" descr="clipboard-2026-08-04T05-18-24-060Z-1e3d3cbf.png">
            <a:extLst>
              <a:ext uri="{FF2B5EF4-FFF2-40B4-BE49-F238E27FC236}">
                <a16:creationId xmlns:a16="http://schemas.microsoft.com/office/drawing/2014/main" id="{887D3E64-3924-190B-7CA4-F414543DBCC5}"/>
              </a:ext>
            </a:extLst>
          </p:cNvPr>
          <p:cNvPicPr>
            <a:picLocks noChangeAspect="1"/>
          </p:cNvPicPr>
          <p:nvPr/>
        </p:nvPicPr>
        <p:blipFill>
          <a:blip r:embed="rId2"/>
          <a:stretch>
            <a:fillRect/>
          </a:stretch>
        </p:blipFill>
        <p:spPr>
          <a:xfrm>
            <a:off x="22021800" y="12798771"/>
            <a:ext cx="2298600" cy="917229"/>
          </a:xfrm>
          <a:prstGeom prst="rect">
            <a:avLst/>
          </a:prstGeom>
        </p:spPr>
      </p:pic>
      <p:pic>
        <p:nvPicPr>
          <p:cNvPr id="7" name="图片 6">
            <a:extLst>
              <a:ext uri="{FF2B5EF4-FFF2-40B4-BE49-F238E27FC236}">
                <a16:creationId xmlns:a16="http://schemas.microsoft.com/office/drawing/2014/main" id="{602EEC75-4E36-88CC-D1F2-2161236EDF32}"/>
              </a:ext>
            </a:extLst>
          </p:cNvPr>
          <p:cNvPicPr>
            <a:picLocks noChangeAspect="1"/>
          </p:cNvPicPr>
          <p:nvPr/>
        </p:nvPicPr>
        <p:blipFill>
          <a:blip r:embed="rId3"/>
          <a:stretch>
            <a:fillRect/>
          </a:stretch>
        </p:blipFill>
        <p:spPr>
          <a:xfrm>
            <a:off x="17524562" y="3586873"/>
            <a:ext cx="6646953" cy="2343477"/>
          </a:xfrm>
          <a:prstGeom prst="rect">
            <a:avLst/>
          </a:prstGeom>
        </p:spPr>
      </p:pic>
      <p:pic>
        <p:nvPicPr>
          <p:cNvPr id="11" name="图片 10">
            <a:extLst>
              <a:ext uri="{FF2B5EF4-FFF2-40B4-BE49-F238E27FC236}">
                <a16:creationId xmlns:a16="http://schemas.microsoft.com/office/drawing/2014/main" id="{7DD88A52-2A0F-16E7-1403-2638A6B0056E}"/>
              </a:ext>
            </a:extLst>
          </p:cNvPr>
          <p:cNvPicPr>
            <a:picLocks noChangeAspect="1"/>
          </p:cNvPicPr>
          <p:nvPr/>
        </p:nvPicPr>
        <p:blipFill>
          <a:blip r:embed="rId4"/>
          <a:stretch>
            <a:fillRect/>
          </a:stretch>
        </p:blipFill>
        <p:spPr>
          <a:xfrm>
            <a:off x="17524562" y="7235404"/>
            <a:ext cx="5290876" cy="2308366"/>
          </a:xfrm>
          <a:prstGeom prst="rect">
            <a:avLst/>
          </a:prstGeom>
        </p:spPr>
      </p:pic>
      <p:pic>
        <p:nvPicPr>
          <p:cNvPr id="17" name="图片 16">
            <a:extLst>
              <a:ext uri="{FF2B5EF4-FFF2-40B4-BE49-F238E27FC236}">
                <a16:creationId xmlns:a16="http://schemas.microsoft.com/office/drawing/2014/main" id="{4D16BE7D-996A-76C8-4E01-62D75482698D}"/>
              </a:ext>
            </a:extLst>
          </p:cNvPr>
          <p:cNvPicPr>
            <a:picLocks noChangeAspect="1"/>
          </p:cNvPicPr>
          <p:nvPr/>
        </p:nvPicPr>
        <p:blipFill>
          <a:blip r:embed="rId5"/>
          <a:stretch>
            <a:fillRect/>
          </a:stretch>
        </p:blipFill>
        <p:spPr>
          <a:xfrm>
            <a:off x="17526000" y="10232703"/>
            <a:ext cx="5290877" cy="1213925"/>
          </a:xfrm>
          <a:prstGeom prst="rect">
            <a:avLst/>
          </a:prstGeom>
        </p:spPr>
      </p:pic>
      <p:pic>
        <p:nvPicPr>
          <p:cNvPr id="20" name="图片 19">
            <a:extLst>
              <a:ext uri="{FF2B5EF4-FFF2-40B4-BE49-F238E27FC236}">
                <a16:creationId xmlns:a16="http://schemas.microsoft.com/office/drawing/2014/main" id="{DFD25A48-D5C0-92A1-B240-57834237FE01}"/>
              </a:ext>
            </a:extLst>
          </p:cNvPr>
          <p:cNvPicPr>
            <a:picLocks noChangeAspect="1"/>
          </p:cNvPicPr>
          <p:nvPr/>
        </p:nvPicPr>
        <p:blipFill>
          <a:blip r:embed="rId6"/>
          <a:stretch>
            <a:fillRect/>
          </a:stretch>
        </p:blipFill>
        <p:spPr>
          <a:xfrm>
            <a:off x="1030760" y="2710615"/>
            <a:ext cx="16010790" cy="9049577"/>
          </a:xfrm>
          <a:prstGeom prst="rect">
            <a:avLst/>
          </a:prstGeom>
        </p:spPr>
      </p:pic>
    </p:spTree>
    <p:extLst>
      <p:ext uri="{BB962C8B-B14F-4D97-AF65-F5344CB8AC3E}">
        <p14:creationId xmlns:p14="http://schemas.microsoft.com/office/powerpoint/2010/main" val="166857298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23CCD-2C6C-F82B-D83B-9CB4804C23D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FB115A4-C570-F657-8B17-1179EC313C08}"/>
              </a:ext>
            </a:extLst>
          </p:cNvPr>
          <p:cNvSpPr>
            <a:spLocks noGrp="1"/>
          </p:cNvSpPr>
          <p:nvPr>
            <p:ph type="title"/>
          </p:nvPr>
        </p:nvSpPr>
        <p:spPr/>
        <p:txBody>
          <a:bodyPr>
            <a:normAutofit/>
          </a:bodyPr>
          <a:lstStyle/>
          <a:p>
            <a:r>
              <a:rPr lang="en-US" altLang="zh-CN" dirty="0"/>
              <a:t>Teams Channels</a:t>
            </a:r>
            <a:endParaRPr lang="en-GB" dirty="0"/>
          </a:p>
        </p:txBody>
      </p:sp>
      <p:sp>
        <p:nvSpPr>
          <p:cNvPr id="4" name="TextBox 3">
            <a:extLst>
              <a:ext uri="{FF2B5EF4-FFF2-40B4-BE49-F238E27FC236}">
                <a16:creationId xmlns:a16="http://schemas.microsoft.com/office/drawing/2014/main" id="{EFBEDF7C-6DFA-E177-7FD5-8B4BC70663E0}"/>
              </a:ext>
            </a:extLst>
          </p:cNvPr>
          <p:cNvSpPr txBox="1"/>
          <p:nvPr/>
        </p:nvSpPr>
        <p:spPr>
          <a:xfrm>
            <a:off x="1030760" y="2396265"/>
            <a:ext cx="20533840" cy="646331"/>
          </a:xfrm>
          <a:prstGeom prst="rect">
            <a:avLst/>
          </a:prstGeom>
          <a:noFill/>
        </p:spPr>
        <p:txBody>
          <a:bodyPr wrap="square">
            <a:spAutoFit/>
          </a:bodyPr>
          <a:lstStyle/>
          <a:p>
            <a:pPr algn="l"/>
            <a:r>
              <a:rPr lang="en-US" sz="3600" b="1" dirty="0"/>
              <a:t>Important IT notifications </a:t>
            </a:r>
            <a:r>
              <a:rPr lang="en-US" sz="3600" dirty="0"/>
              <a:t>will be posted in Teams Channels. Please be sure to check them.</a:t>
            </a:r>
          </a:p>
        </p:txBody>
      </p:sp>
      <p:pic>
        <p:nvPicPr>
          <p:cNvPr id="2" name="Picture 36" descr="clipboard-2026-08-04T05-18-24-060Z-1e3d3cbf.png">
            <a:extLst>
              <a:ext uri="{FF2B5EF4-FFF2-40B4-BE49-F238E27FC236}">
                <a16:creationId xmlns:a16="http://schemas.microsoft.com/office/drawing/2014/main" id="{80AE19C4-DD26-7C1B-40AE-49B22E719599}"/>
              </a:ext>
            </a:extLst>
          </p:cNvPr>
          <p:cNvPicPr>
            <a:picLocks noChangeAspect="1"/>
          </p:cNvPicPr>
          <p:nvPr/>
        </p:nvPicPr>
        <p:blipFill>
          <a:blip r:embed="rId2"/>
          <a:stretch>
            <a:fillRect/>
          </a:stretch>
        </p:blipFill>
        <p:spPr>
          <a:xfrm>
            <a:off x="22021800" y="12798771"/>
            <a:ext cx="2298600" cy="917229"/>
          </a:xfrm>
          <a:prstGeom prst="rect">
            <a:avLst/>
          </a:prstGeom>
        </p:spPr>
      </p:pic>
      <p:pic>
        <p:nvPicPr>
          <p:cNvPr id="8" name="图片 7">
            <a:extLst>
              <a:ext uri="{FF2B5EF4-FFF2-40B4-BE49-F238E27FC236}">
                <a16:creationId xmlns:a16="http://schemas.microsoft.com/office/drawing/2014/main" id="{B3131433-265B-E01F-C565-1993A7A85F69}"/>
              </a:ext>
            </a:extLst>
          </p:cNvPr>
          <p:cNvPicPr>
            <a:picLocks noChangeAspect="1"/>
          </p:cNvPicPr>
          <p:nvPr/>
        </p:nvPicPr>
        <p:blipFill>
          <a:blip r:embed="rId3"/>
          <a:stretch>
            <a:fillRect/>
          </a:stretch>
        </p:blipFill>
        <p:spPr>
          <a:xfrm>
            <a:off x="1030760" y="3399205"/>
            <a:ext cx="15316958" cy="9068680"/>
          </a:xfrm>
          <a:prstGeom prst="rect">
            <a:avLst/>
          </a:prstGeom>
        </p:spPr>
      </p:pic>
    </p:spTree>
    <p:extLst>
      <p:ext uri="{BB962C8B-B14F-4D97-AF65-F5344CB8AC3E}">
        <p14:creationId xmlns:p14="http://schemas.microsoft.com/office/powerpoint/2010/main" val="2413442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764" y="320918"/>
            <a:ext cx="22250472" cy="1578700"/>
          </a:xfrm>
        </p:spPr>
        <p:txBody>
          <a:bodyPr/>
          <a:lstStyle/>
          <a:p>
            <a:pPr marL="0" indent="0" eaLnBrk="1" hangingPunct="1">
              <a:buNone/>
            </a:pPr>
            <a:r>
              <a:rPr lang="en-US" altLang="zh-CN" sz="5400" dirty="0">
                <a:solidFill>
                  <a:schemeClr val="bg2"/>
                </a:solidFill>
                <a:ea typeface="宋体" pitchFamily="2" charset="-122"/>
              </a:rPr>
              <a:t>Basic IT Policy in Jula</a:t>
            </a:r>
          </a:p>
        </p:txBody>
      </p:sp>
      <p:sp>
        <p:nvSpPr>
          <p:cNvPr id="5" name="Text Placeholder 4"/>
          <p:cNvSpPr>
            <a:spLocks noGrp="1"/>
          </p:cNvSpPr>
          <p:nvPr>
            <p:ph type="body" sz="quarter" idx="12"/>
          </p:nvPr>
        </p:nvSpPr>
        <p:spPr>
          <a:xfrm>
            <a:off x="1066764" y="2514600"/>
            <a:ext cx="22783835" cy="9303568"/>
          </a:xfrm>
        </p:spPr>
        <p:txBody>
          <a:bodyPr>
            <a:normAutofit fontScale="62500" lnSpcReduction="20000"/>
          </a:bodyPr>
          <a:lstStyle/>
          <a:p>
            <a:pPr marL="685800" indent="-685800" eaLnBrk="1" hangingPunct="1">
              <a:lnSpc>
                <a:spcPct val="150000"/>
              </a:lnSpc>
              <a:buFont typeface="Wingdings" panose="05000000000000000000" pitchFamily="2" charset="2"/>
              <a:buChar char="Ø"/>
            </a:pPr>
            <a:r>
              <a:rPr lang="en-US" altLang="zh-CN" b="0" dirty="0">
                <a:solidFill>
                  <a:schemeClr val="tx1"/>
                </a:solidFill>
                <a:ea typeface="宋体" pitchFamily="2" charset="-122"/>
              </a:rPr>
              <a:t>Company‑owned computers must not install or store any unauthorized software. </a:t>
            </a:r>
          </a:p>
          <a:p>
            <a:pPr marL="685800" indent="-685800" eaLnBrk="1" hangingPunct="1">
              <a:lnSpc>
                <a:spcPct val="150000"/>
              </a:lnSpc>
              <a:buFont typeface="Wingdings" panose="05000000000000000000" pitchFamily="2" charset="2"/>
              <a:buChar char="Ø"/>
            </a:pPr>
            <a:r>
              <a:rPr lang="zh-CN" altLang="en-US" dirty="0">
                <a:solidFill>
                  <a:schemeClr val="tx1"/>
                </a:solidFill>
                <a:ea typeface="宋体" pitchFamily="2" charset="-122"/>
              </a:rPr>
              <a:t>公司电脑不得安装或存储任何未经授权的软件</a:t>
            </a:r>
            <a:endParaRPr lang="en-US" altLang="zh-CN" b="0" dirty="0">
              <a:solidFill>
                <a:schemeClr val="tx1"/>
              </a:solidFill>
              <a:ea typeface="宋体" pitchFamily="2" charset="-122"/>
            </a:endParaRPr>
          </a:p>
          <a:p>
            <a:pPr marL="685800" indent="-685800" eaLnBrk="1" hangingPunct="1">
              <a:lnSpc>
                <a:spcPct val="150000"/>
              </a:lnSpc>
              <a:buFont typeface="Wingdings" panose="05000000000000000000" pitchFamily="2" charset="2"/>
              <a:buChar char="Ø"/>
            </a:pPr>
            <a:r>
              <a:rPr lang="en-US" altLang="zh-CN" b="0" dirty="0">
                <a:solidFill>
                  <a:schemeClr val="tx1"/>
                </a:solidFill>
                <a:ea typeface="宋体" pitchFamily="2" charset="-122"/>
              </a:rPr>
              <a:t>Company hardware and software resources shall not be used for purposes unrelated to business operations. </a:t>
            </a:r>
          </a:p>
          <a:p>
            <a:pPr marL="685800" indent="-685800" eaLnBrk="1" hangingPunct="1">
              <a:lnSpc>
                <a:spcPct val="150000"/>
              </a:lnSpc>
              <a:buFont typeface="Wingdings" panose="05000000000000000000" pitchFamily="2" charset="2"/>
              <a:buChar char="Ø"/>
            </a:pPr>
            <a:r>
              <a:rPr lang="zh-CN" altLang="en-US" dirty="0">
                <a:solidFill>
                  <a:schemeClr val="tx1"/>
                </a:solidFill>
                <a:ea typeface="宋体" pitchFamily="2" charset="-122"/>
              </a:rPr>
              <a:t>不得使用公司的软硬件资源于与公司业务无关的方面</a:t>
            </a:r>
            <a:endParaRPr lang="en-US" altLang="zh-CN" dirty="0">
              <a:solidFill>
                <a:schemeClr val="tx1"/>
              </a:solidFill>
              <a:ea typeface="宋体" pitchFamily="2" charset="-122"/>
            </a:endParaRPr>
          </a:p>
          <a:p>
            <a:pPr marL="685800" indent="-685800" eaLnBrk="1" hangingPunct="1">
              <a:lnSpc>
                <a:spcPct val="150000"/>
              </a:lnSpc>
              <a:buFont typeface="Wingdings" panose="05000000000000000000" pitchFamily="2" charset="2"/>
              <a:buChar char="Ø"/>
            </a:pPr>
            <a:r>
              <a:rPr lang="en-US" altLang="zh-CN" b="0" dirty="0">
                <a:solidFill>
                  <a:schemeClr val="tx1"/>
                </a:solidFill>
                <a:ea typeface="宋体" pitchFamily="2" charset="-122"/>
              </a:rPr>
              <a:t>Users are obligated to keep confidential all resources accessible under their permissions and must not share them without authorization. </a:t>
            </a:r>
          </a:p>
          <a:p>
            <a:pPr marL="685800" indent="-685800" eaLnBrk="1" hangingPunct="1">
              <a:lnSpc>
                <a:spcPct val="150000"/>
              </a:lnSpc>
              <a:buFont typeface="Wingdings" panose="05000000000000000000" pitchFamily="2" charset="2"/>
              <a:buChar char="Ø"/>
            </a:pPr>
            <a:r>
              <a:rPr lang="zh-CN" altLang="en-US" dirty="0">
                <a:solidFill>
                  <a:schemeClr val="tx1"/>
                </a:solidFill>
                <a:ea typeface="宋体" pitchFamily="2" charset="-122"/>
              </a:rPr>
              <a:t>用户对权限内可访问的资源有保密义务，未得到授权，不得随意分享</a:t>
            </a:r>
            <a:endParaRPr lang="en-US" altLang="zh-CN" b="0" dirty="0">
              <a:solidFill>
                <a:schemeClr val="tx1"/>
              </a:solidFill>
              <a:ea typeface="宋体" pitchFamily="2" charset="-122"/>
            </a:endParaRPr>
          </a:p>
          <a:p>
            <a:pPr marL="685800" indent="-685800" eaLnBrk="1" hangingPunct="1">
              <a:lnSpc>
                <a:spcPct val="150000"/>
              </a:lnSpc>
              <a:buFont typeface="Wingdings" panose="05000000000000000000" pitchFamily="2" charset="2"/>
              <a:buChar char="Ø"/>
            </a:pPr>
            <a:r>
              <a:rPr lang="en-US" altLang="zh-CN" b="0" dirty="0">
                <a:solidFill>
                  <a:schemeClr val="tx1"/>
                </a:solidFill>
                <a:ea typeface="宋体" pitchFamily="2" charset="-122"/>
              </a:rPr>
              <a:t>Downloading large‑sized files over the corporate network is prohibited to prevent congestion on the corporate dedicated line. </a:t>
            </a:r>
          </a:p>
          <a:p>
            <a:pPr marL="685800" indent="-685800" eaLnBrk="1" hangingPunct="1">
              <a:lnSpc>
                <a:spcPct val="150000"/>
              </a:lnSpc>
              <a:buFont typeface="Wingdings" panose="05000000000000000000" pitchFamily="2" charset="2"/>
              <a:buChar char="Ø"/>
            </a:pPr>
            <a:r>
              <a:rPr lang="zh-CN" altLang="en-US" dirty="0">
                <a:solidFill>
                  <a:schemeClr val="tx1"/>
                </a:solidFill>
                <a:ea typeface="宋体" pitchFamily="2" charset="-122"/>
              </a:rPr>
              <a:t>禁止使用公司网络下载大型文件，避免引起公司专线网络拥堵 </a:t>
            </a:r>
            <a:endParaRPr lang="en-US" altLang="zh-CN" dirty="0">
              <a:solidFill>
                <a:schemeClr val="tx1"/>
              </a:solidFill>
              <a:ea typeface="宋体" pitchFamily="2" charset="-122"/>
            </a:endParaRPr>
          </a:p>
          <a:p>
            <a:pPr marL="685800" indent="-685800" eaLnBrk="1" hangingPunct="1">
              <a:lnSpc>
                <a:spcPct val="150000"/>
              </a:lnSpc>
              <a:buFont typeface="Wingdings" panose="05000000000000000000" pitchFamily="2" charset="2"/>
              <a:buChar char="Ø"/>
            </a:pPr>
            <a:r>
              <a:rPr lang="en-US" altLang="zh-CN" b="0" dirty="0">
                <a:solidFill>
                  <a:schemeClr val="tx1"/>
                </a:solidFill>
                <a:ea typeface="宋体" pitchFamily="2" charset="-122"/>
              </a:rPr>
              <a:t>IT Policies issued via other channels (Teams Channels, company‑wide email announcements, etc.) </a:t>
            </a:r>
          </a:p>
          <a:p>
            <a:pPr marL="685800" indent="-685800" eaLnBrk="1" hangingPunct="1">
              <a:lnSpc>
                <a:spcPct val="150000"/>
              </a:lnSpc>
              <a:buFont typeface="Wingdings" panose="05000000000000000000" pitchFamily="2" charset="2"/>
              <a:buChar char="Ø"/>
            </a:pPr>
            <a:r>
              <a:rPr lang="zh-CN" altLang="en-US" dirty="0">
                <a:solidFill>
                  <a:schemeClr val="tx1"/>
                </a:solidFill>
                <a:ea typeface="宋体" pitchFamily="2" charset="-122"/>
              </a:rPr>
              <a:t>通过其它途径发布的</a:t>
            </a:r>
            <a:r>
              <a:rPr lang="en-US" altLang="zh-CN" dirty="0">
                <a:solidFill>
                  <a:schemeClr val="tx1"/>
                </a:solidFill>
                <a:ea typeface="宋体" pitchFamily="2" charset="-122"/>
              </a:rPr>
              <a:t>IT Policy </a:t>
            </a:r>
            <a:r>
              <a:rPr lang="zh-CN" altLang="en-US" dirty="0">
                <a:solidFill>
                  <a:schemeClr val="tx1"/>
                </a:solidFill>
                <a:ea typeface="宋体" pitchFamily="2" charset="-122"/>
              </a:rPr>
              <a:t>（</a:t>
            </a:r>
            <a:r>
              <a:rPr lang="en-US" altLang="zh-CN" dirty="0">
                <a:solidFill>
                  <a:schemeClr val="tx1"/>
                </a:solidFill>
                <a:ea typeface="宋体" pitchFamily="2" charset="-122"/>
              </a:rPr>
              <a:t>Teams Channels, </a:t>
            </a:r>
            <a:r>
              <a:rPr lang="zh-CN" altLang="en-US" dirty="0">
                <a:solidFill>
                  <a:schemeClr val="tx1"/>
                </a:solidFill>
                <a:ea typeface="宋体" pitchFamily="2" charset="-122"/>
              </a:rPr>
              <a:t>全员邮件通告等）</a:t>
            </a:r>
            <a:endParaRPr lang="en-US" altLang="zh-CN" dirty="0">
              <a:solidFill>
                <a:schemeClr val="tx1"/>
              </a:solidFill>
              <a:ea typeface="宋体" pitchFamily="2" charset="-122"/>
            </a:endParaRPr>
          </a:p>
          <a:p>
            <a:pPr algn="ctr" eaLnBrk="1" hangingPunct="1">
              <a:lnSpc>
                <a:spcPct val="150000"/>
              </a:lnSpc>
            </a:pPr>
            <a:r>
              <a:rPr lang="en-US" altLang="zh-CN" sz="4000" i="1" dirty="0">
                <a:solidFill>
                  <a:schemeClr val="bg2"/>
                </a:solidFill>
                <a:latin typeface="Cambria Math" panose="02040503050406030204" pitchFamily="18" charset="0"/>
                <a:ea typeface="Cambria Math" panose="02040503050406030204" pitchFamily="18" charset="0"/>
                <a:cs typeface="Arial" panose="020B0604020202020204" pitchFamily="34" charset="0"/>
              </a:rPr>
              <a:t>Full details of the </a:t>
            </a:r>
            <a:r>
              <a:rPr lang="en-US" altLang="zh-CN" sz="4000" i="1" dirty="0">
                <a:solidFill>
                  <a:schemeClr val="bg2"/>
                </a:solidFill>
                <a:latin typeface="Cambria Math" panose="02040503050406030204" pitchFamily="18" charset="0"/>
                <a:ea typeface="Cambria Math" panose="02040503050406030204" pitchFamily="18" charset="0"/>
                <a:cs typeface="Arial" panose="020B0604020202020204" pitchFamily="34" charset="0"/>
                <a:hlinkClick r:id="rId2">
                  <a:extLst>
                    <a:ext uri="{A12FA001-AC4F-418D-AE19-62706E023703}">
                      <ahyp:hlinkClr xmlns:ahyp="http://schemas.microsoft.com/office/drawing/2018/hyperlinkcolor" val="tx"/>
                    </a:ext>
                  </a:extLst>
                </a:hlinkClick>
              </a:rPr>
              <a:t>IT Policy </a:t>
            </a:r>
            <a:r>
              <a:rPr lang="en-US" altLang="zh-CN" sz="4000" i="1" dirty="0">
                <a:solidFill>
                  <a:schemeClr val="bg2"/>
                </a:solidFill>
                <a:latin typeface="Cambria Math" panose="02040503050406030204" pitchFamily="18" charset="0"/>
                <a:ea typeface="Cambria Math" panose="02040503050406030204" pitchFamily="18" charset="0"/>
                <a:cs typeface="Arial" panose="020B0604020202020204" pitchFamily="34" charset="0"/>
              </a:rPr>
              <a:t>can be found via the link.</a:t>
            </a:r>
            <a:r>
              <a:rPr lang="zh-CN" altLang="en-US" sz="4000" i="1" dirty="0">
                <a:solidFill>
                  <a:schemeClr val="bg2"/>
                </a:solidFill>
                <a:latin typeface="Cambria Math" panose="02040503050406030204" pitchFamily="18" charset="0"/>
                <a:ea typeface="宋体" pitchFamily="2" charset="-122"/>
                <a:cs typeface="Arial" panose="020B0604020202020204" pitchFamily="34" charset="0"/>
              </a:rPr>
              <a:t> </a:t>
            </a:r>
            <a:endParaRPr lang="en-US" altLang="zh-CN" b="0" dirty="0">
              <a:solidFill>
                <a:schemeClr val="bg2"/>
              </a:solidFill>
              <a:ea typeface="宋体" pitchFamily="2" charset="-122"/>
            </a:endParaRPr>
          </a:p>
        </p:txBody>
      </p:sp>
      <p:pic>
        <p:nvPicPr>
          <p:cNvPr id="4" name="Picture 36" descr="clipboard-2026-08-04T05-18-24-060Z-1e3d3cbf.png">
            <a:extLst>
              <a:ext uri="{FF2B5EF4-FFF2-40B4-BE49-F238E27FC236}">
                <a16:creationId xmlns:a16="http://schemas.microsoft.com/office/drawing/2014/main" id="{70715695-2B4C-D1E4-FBFC-F6B0A0310C13}"/>
              </a:ext>
            </a:extLst>
          </p:cNvPr>
          <p:cNvPicPr>
            <a:picLocks noChangeAspect="1"/>
          </p:cNvPicPr>
          <p:nvPr/>
        </p:nvPicPr>
        <p:blipFill>
          <a:blip r:embed="rId3"/>
          <a:stretch>
            <a:fillRect/>
          </a:stretch>
        </p:blipFill>
        <p:spPr>
          <a:xfrm>
            <a:off x="22021800" y="12798771"/>
            <a:ext cx="2298600" cy="917229"/>
          </a:xfrm>
          <a:prstGeom prst="rect">
            <a:avLst/>
          </a:prstGeom>
        </p:spPr>
      </p:pic>
    </p:spTree>
    <p:extLst>
      <p:ext uri="{BB962C8B-B14F-4D97-AF65-F5344CB8AC3E}">
        <p14:creationId xmlns:p14="http://schemas.microsoft.com/office/powerpoint/2010/main" val="220920030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Basic IT Policy in Jula  - </a:t>
            </a:r>
            <a:r>
              <a:rPr lang="en-US" altLang="zh-CN" dirty="0"/>
              <a:t>Case</a:t>
            </a:r>
            <a:endParaRPr lang="zh-CN" altLang="en-US" dirty="0"/>
          </a:p>
        </p:txBody>
      </p:sp>
      <p:sp>
        <p:nvSpPr>
          <p:cNvPr id="7" name="Content Placeholder 6"/>
          <p:cNvSpPr>
            <a:spLocks noGrp="1"/>
          </p:cNvSpPr>
          <p:nvPr>
            <p:ph sz="quarter" idx="11"/>
          </p:nvPr>
        </p:nvSpPr>
        <p:spPr>
          <a:xfrm>
            <a:off x="1030760" y="2445915"/>
            <a:ext cx="22250472" cy="10352856"/>
          </a:xfrm>
        </p:spPr>
        <p:txBody>
          <a:bodyPr>
            <a:normAutofit fontScale="47500" lnSpcReduction="20000"/>
          </a:bodyPr>
          <a:lstStyle/>
          <a:p>
            <a:pPr>
              <a:buFont typeface="Wingdings" panose="05000000000000000000" pitchFamily="2" charset="2"/>
              <a:buChar char="p"/>
            </a:pPr>
            <a:r>
              <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rPr>
              <a:t>A colleague urgently needs data stored in my folder. To avoid work delays, I may share my username and password with the colleague so they can retrieve the data.</a:t>
            </a:r>
          </a:p>
          <a:p>
            <a:pPr>
              <a:buFont typeface="Wingdings" panose="05000000000000000000" pitchFamily="2" charset="2"/>
              <a:buChar char="p"/>
            </a:pPr>
            <a:r>
              <a:rPr lang="zh-CN" altLang="en-US" sz="5500" i="0" dirty="0">
                <a:solidFill>
                  <a:schemeClr val="tx1"/>
                </a:solidFill>
                <a:latin typeface="Arial" panose="020B0604020202020204" pitchFamily="34" charset="0"/>
                <a:ea typeface="宋体" panose="02010600030101010101" pitchFamily="2" charset="-122"/>
                <a:cs typeface="Arial" panose="020B0604020202020204" pitchFamily="34" charset="0"/>
              </a:rPr>
              <a:t>同事紧急要数据，但是数据存放在我的资料夹里，我可以把我的用户名和密码给同事，让他拿到数据，避免耽误工作。</a:t>
            </a: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endParaRPr lang="en-US" altLang="zh-CN" sz="550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r>
              <a:rPr lang="en-US" altLang="zh-CN" sz="5500" dirty="0">
                <a:solidFill>
                  <a:schemeClr val="tx1"/>
                </a:solidFill>
                <a:latin typeface="Arial" panose="020B0604020202020204" pitchFamily="34" charset="0"/>
                <a:ea typeface="宋体" panose="02010600030101010101" pitchFamily="2" charset="-122"/>
                <a:cs typeface="Arial" panose="020B0604020202020204" pitchFamily="34" charset="0"/>
              </a:rPr>
              <a:t>A poster requires adjustments. Contacting the vendor would be cumbersome, and Photoshop is not installed on my company‑owned PC. I therefore download and install a copy from the internet, and uninstall it the next day.</a:t>
            </a:r>
          </a:p>
          <a:p>
            <a:pPr>
              <a:buFont typeface="Wingdings" panose="05000000000000000000" pitchFamily="2" charset="2"/>
              <a:buChar char="p"/>
            </a:pPr>
            <a:r>
              <a:rPr lang="zh-CN" altLang="en-US" sz="5500" dirty="0">
                <a:solidFill>
                  <a:schemeClr val="tx1"/>
                </a:solidFill>
                <a:latin typeface="Arial" panose="020B0604020202020204" pitchFamily="34" charset="0"/>
                <a:ea typeface="宋体" panose="02010600030101010101" pitchFamily="2" charset="-122"/>
                <a:cs typeface="Arial" panose="020B0604020202020204" pitchFamily="34" charset="0"/>
              </a:rPr>
              <a:t>有个海报需要调整一下，但是联系供应商很麻烦，我的公司电脑又没有</a:t>
            </a:r>
            <a:r>
              <a:rPr lang="en-US" altLang="zh-CN" sz="5500" dirty="0">
                <a:solidFill>
                  <a:schemeClr val="tx1"/>
                </a:solidFill>
                <a:latin typeface="Arial" panose="020B0604020202020204" pitchFamily="34" charset="0"/>
                <a:ea typeface="宋体" panose="02010600030101010101" pitchFamily="2" charset="-122"/>
                <a:cs typeface="Arial" panose="020B0604020202020204" pitchFamily="34" charset="0"/>
              </a:rPr>
              <a:t>Photoshop</a:t>
            </a:r>
            <a:r>
              <a:rPr lang="zh-CN" altLang="en-US" sz="5500" dirty="0">
                <a:solidFill>
                  <a:schemeClr val="tx1"/>
                </a:solidFill>
                <a:latin typeface="Arial" panose="020B0604020202020204" pitchFamily="34" charset="0"/>
                <a:ea typeface="宋体" panose="02010600030101010101" pitchFamily="2" charset="-122"/>
                <a:cs typeface="Arial" panose="020B0604020202020204" pitchFamily="34" charset="0"/>
              </a:rPr>
              <a:t>软件，我就网上下载安装了一个，第二天就卸载了。</a:t>
            </a:r>
            <a:endParaRPr lang="en-US" altLang="zh-CN" sz="550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r>
              <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rPr>
              <a:t>I travel frequently for business, often spending hours on the road. To pass the time, I install Storm Player to watch videos and TV series in my spare time.</a:t>
            </a:r>
          </a:p>
          <a:p>
            <a:pPr>
              <a:buFont typeface="Wingdings" panose="05000000000000000000" pitchFamily="2" charset="2"/>
              <a:buChar char="p"/>
            </a:pPr>
            <a:r>
              <a:rPr lang="zh-CN" altLang="en-US" sz="5500" i="0" dirty="0">
                <a:solidFill>
                  <a:schemeClr val="tx1"/>
                </a:solidFill>
                <a:latin typeface="Arial" panose="020B0604020202020204" pitchFamily="34" charset="0"/>
                <a:ea typeface="宋体" panose="02010600030101010101" pitchFamily="2" charset="-122"/>
                <a:cs typeface="Arial" panose="020B0604020202020204" pitchFamily="34" charset="0"/>
              </a:rPr>
              <a:t>经常出差，路上经常好几个小时，为了打发时间，我安装了暴风影音，有空看看视频和电视连续剧。</a:t>
            </a: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r>
              <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rPr>
              <a:t>The company prohibits installing pirated software, yet the official software is expensive and my manager rejects the purchase request. I install the software on my personal home computer, finish the work, and email the output back to my company device for continued use.</a:t>
            </a:r>
          </a:p>
          <a:p>
            <a:pPr>
              <a:buFont typeface="Wingdings" panose="05000000000000000000" pitchFamily="2" charset="2"/>
              <a:buChar char="p"/>
            </a:pPr>
            <a:r>
              <a:rPr lang="zh-CN" altLang="en-US" sz="5500" i="0" dirty="0">
                <a:solidFill>
                  <a:schemeClr val="tx1"/>
                </a:solidFill>
                <a:latin typeface="Arial" panose="020B0604020202020204" pitchFamily="34" charset="0"/>
                <a:ea typeface="宋体" panose="02010600030101010101" pitchFamily="2" charset="-122"/>
                <a:cs typeface="Arial" panose="020B0604020202020204" pitchFamily="34" charset="0"/>
              </a:rPr>
              <a:t>公司提醒不让装盗版软件，软件又太贵，经理不批准购买，我就用家里的电脑安装了，处理完了，发邮件到公司里继续使用。</a:t>
            </a: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r>
              <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rPr>
              <a:t>I have multiple large‑size important videos which cannot fit on my PC hard drive. If the laptop is lost, these files will disappear. I heard the corporate file server has permanent backup with large storage capacity. Storing these files on the company server would be the safest option.</a:t>
            </a:r>
          </a:p>
          <a:p>
            <a:pPr>
              <a:buFont typeface="Wingdings" panose="05000000000000000000" pitchFamily="2" charset="2"/>
              <a:buChar char="p"/>
            </a:pPr>
            <a:r>
              <a:rPr lang="zh-CN" altLang="en-US" sz="5500" i="0" dirty="0">
                <a:solidFill>
                  <a:schemeClr val="tx1"/>
                </a:solidFill>
                <a:latin typeface="Arial" panose="020B0604020202020204" pitchFamily="34" charset="0"/>
                <a:ea typeface="宋体" panose="02010600030101010101" pitchFamily="2" charset="-122"/>
                <a:cs typeface="Arial" panose="020B0604020202020204" pitchFamily="34" charset="0"/>
              </a:rPr>
              <a:t>有些很重要的视频太大，又多，电脑硬盘放不下，而且电脑万一丢了，文件就没了，听说公司的文件服务器是有备份的，永远不会丢数据，而且容量也大，把这些文件放在公司的服务器上最安全了。</a:t>
            </a:r>
            <a:endPar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endParaRPr lang="en-US" altLang="zh-CN" sz="550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a:buFont typeface="Wingdings" panose="05000000000000000000" pitchFamily="2" charset="2"/>
              <a:buChar char="p"/>
            </a:pPr>
            <a:r>
              <a:rPr lang="en-US" altLang="zh-CN" sz="5500" i="0" dirty="0">
                <a:solidFill>
                  <a:schemeClr val="tx1"/>
                </a:solidFill>
                <a:latin typeface="Arial" panose="020B0604020202020204" pitchFamily="34" charset="0"/>
                <a:ea typeface="宋体" panose="02010600030101010101" pitchFamily="2" charset="-122"/>
                <a:cs typeface="Arial" panose="020B0604020202020204" pitchFamily="34" charset="0"/>
              </a:rPr>
              <a:t>I have heard that the corporate network uses an international dedicated line which can access overseas websites unavailable on home internet. I may leverage the company network to visit such websites regularly.</a:t>
            </a:r>
          </a:p>
          <a:p>
            <a:pPr>
              <a:buFont typeface="Wingdings" panose="05000000000000000000" pitchFamily="2" charset="2"/>
              <a:buChar char="p"/>
            </a:pPr>
            <a:r>
              <a:rPr lang="zh-CN" altLang="en-US" sz="5500" i="0" dirty="0">
                <a:solidFill>
                  <a:schemeClr val="tx1"/>
                </a:solidFill>
                <a:latin typeface="Arial" panose="020B0604020202020204" pitchFamily="34" charset="0"/>
                <a:ea typeface="宋体" panose="02010600030101010101" pitchFamily="2" charset="-122"/>
                <a:cs typeface="Arial" panose="020B0604020202020204" pitchFamily="34" charset="0"/>
              </a:rPr>
              <a:t>听说公司的网络是国外专线，可以翻墙看到很多国内看不到的信息，我可以多用公司的网络访问一些平时家里网络看不到的站点。</a:t>
            </a:r>
            <a:endParaRPr lang="en-US" sz="5500" i="0"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buNone/>
            </a:pPr>
            <a:endParaRPr lang="en-US" dirty="0"/>
          </a:p>
        </p:txBody>
      </p:sp>
      <p:pic>
        <p:nvPicPr>
          <p:cNvPr id="2" name="Picture 36" descr="clipboard-2026-08-04T05-18-24-060Z-1e3d3cbf.png">
            <a:extLst>
              <a:ext uri="{FF2B5EF4-FFF2-40B4-BE49-F238E27FC236}">
                <a16:creationId xmlns:a16="http://schemas.microsoft.com/office/drawing/2014/main" id="{F0E409BD-5E37-27CD-AA7E-B8BA74A71BC1}"/>
              </a:ext>
            </a:extLst>
          </p:cNvPr>
          <p:cNvPicPr>
            <a:picLocks noChangeAspect="1"/>
          </p:cNvPicPr>
          <p:nvPr/>
        </p:nvPicPr>
        <p:blipFill>
          <a:blip r:embed="rId2"/>
          <a:stretch>
            <a:fillRect/>
          </a:stretch>
        </p:blipFill>
        <p:spPr>
          <a:xfrm>
            <a:off x="22021800" y="12798771"/>
            <a:ext cx="2298600" cy="917229"/>
          </a:xfrm>
          <a:prstGeom prst="rect">
            <a:avLst/>
          </a:prstGeom>
        </p:spPr>
      </p:pic>
    </p:spTree>
    <p:extLst>
      <p:ext uri="{BB962C8B-B14F-4D97-AF65-F5344CB8AC3E}">
        <p14:creationId xmlns:p14="http://schemas.microsoft.com/office/powerpoint/2010/main" val="18544119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059400" y="11506200"/>
            <a:ext cx="5638800" cy="1480757"/>
          </a:xfrm>
        </p:spPr>
        <p:txBody>
          <a:bodyPr>
            <a:normAutofit fontScale="90000"/>
          </a:bodyPr>
          <a:lstStyle/>
          <a:p>
            <a:r>
              <a:rPr lang="en-GB" sz="8900" b="1" dirty="0">
                <a:solidFill>
                  <a:schemeClr val="tx2"/>
                </a:solidFill>
              </a:rPr>
              <a:t>THANKS</a:t>
            </a:r>
            <a:br>
              <a:rPr lang="en-GB" b="1" dirty="0">
                <a:solidFill>
                  <a:schemeClr val="tx2"/>
                </a:solidFill>
              </a:rPr>
            </a:br>
            <a:endParaRPr lang="en-GB" b="1" dirty="0">
              <a:solidFill>
                <a:schemeClr val="tx2"/>
              </a:solidFill>
            </a:endParaRPr>
          </a:p>
        </p:txBody>
      </p:sp>
      <p:pic>
        <p:nvPicPr>
          <p:cNvPr id="22" name="图片 21">
            <a:extLst>
              <a:ext uri="{FF2B5EF4-FFF2-40B4-BE49-F238E27FC236}">
                <a16:creationId xmlns:a16="http://schemas.microsoft.com/office/drawing/2014/main" id="{8680490D-54F4-ED40-9C23-9881480E79E9}"/>
              </a:ext>
            </a:extLst>
          </p:cNvPr>
          <p:cNvPicPr>
            <a:picLocks noChangeAspect="1"/>
          </p:cNvPicPr>
          <p:nvPr/>
        </p:nvPicPr>
        <p:blipFill>
          <a:blip r:embed="rId2"/>
          <a:stretch>
            <a:fillRect/>
          </a:stretch>
        </p:blipFill>
        <p:spPr>
          <a:xfrm>
            <a:off x="1600200" y="9130254"/>
            <a:ext cx="5181600" cy="3089820"/>
          </a:xfrm>
          <a:prstGeom prst="rect">
            <a:avLst/>
          </a:prstGeom>
        </p:spPr>
      </p:pic>
      <p:pic>
        <p:nvPicPr>
          <p:cNvPr id="2" name="Picture 36" descr="clipboard-2026-08-04T05-18-24-060Z-1e3d3cbf.png">
            <a:extLst>
              <a:ext uri="{FF2B5EF4-FFF2-40B4-BE49-F238E27FC236}">
                <a16:creationId xmlns:a16="http://schemas.microsoft.com/office/drawing/2014/main" id="{978837B8-ECA1-02F2-2E8B-A20F77E1ECE1}"/>
              </a:ext>
            </a:extLst>
          </p:cNvPr>
          <p:cNvPicPr>
            <a:picLocks noChangeAspect="1"/>
          </p:cNvPicPr>
          <p:nvPr/>
        </p:nvPicPr>
        <p:blipFill>
          <a:blip r:embed="rId3"/>
          <a:stretch>
            <a:fillRect/>
          </a:stretch>
        </p:blipFill>
        <p:spPr>
          <a:xfrm>
            <a:off x="22021800" y="12798771"/>
            <a:ext cx="2298600" cy="917229"/>
          </a:xfrm>
          <a:prstGeom prst="rect">
            <a:avLst/>
          </a:prstGeom>
        </p:spPr>
      </p:pic>
    </p:spTree>
    <p:extLst>
      <p:ext uri="{BB962C8B-B14F-4D97-AF65-F5344CB8AC3E}">
        <p14:creationId xmlns:p14="http://schemas.microsoft.com/office/powerpoint/2010/main" val="188648397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LIDE.THEME" val="https://www.islide.cc;"/>
  <p:tag name="ISLIDE.VECTOR" val="#22033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kinElmer Template_Final_Revised (4)">
  <a:themeElements>
    <a:clrScheme name="Perkin Elmer">
      <a:dk1>
        <a:srgbClr val="131313"/>
      </a:dk1>
      <a:lt1>
        <a:srgbClr val="FFFFFF"/>
      </a:lt1>
      <a:dk2>
        <a:srgbClr val="1355A2"/>
      </a:dk2>
      <a:lt2>
        <a:srgbClr val="F2F2F2"/>
      </a:lt2>
      <a:accent1>
        <a:srgbClr val="89BF27"/>
      </a:accent1>
      <a:accent2>
        <a:srgbClr val="F9B130"/>
      </a:accent2>
      <a:accent3>
        <a:srgbClr val="F64C30"/>
      </a:accent3>
      <a:accent4>
        <a:srgbClr val="BD1368"/>
      </a:accent4>
      <a:accent5>
        <a:srgbClr val="1355A2"/>
      </a:accent5>
      <a:accent6>
        <a:srgbClr val="5DC0E7"/>
      </a:accent6>
      <a:hlink>
        <a:srgbClr val="F64C30"/>
      </a:hlink>
      <a:folHlink>
        <a:srgbClr val="1313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2540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lnDef>
    <a:txDef>
      <a:spPr>
        <a:noFill/>
      </a:spPr>
      <a:bodyPr wrap="none" rtlCol="0">
        <a:spAutoFit/>
      </a:bodyPr>
      <a:lstStyle>
        <a:defPPr algn="l">
          <a:defRPr sz="3500" dirty="0" err="1" smtClean="0">
            <a:latin typeface="Century Gothic"/>
            <a:cs typeface="Century Gothic"/>
          </a:defRPr>
        </a:defPPr>
      </a:lstStyle>
    </a:tx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54118D7-181D-4105-B30E-1522439AD0CE}" vid="{E558F4D5-016A-46C8-8091-31B134051E06}"/>
    </a:ext>
  </a:extLst>
</a:theme>
</file>

<file path=ppt/theme/theme2.xml><?xml version="1.0" encoding="utf-8"?>
<a:theme xmlns:a="http://schemas.openxmlformats.org/drawingml/2006/main" name="Content Slides">
  <a:themeElements>
    <a:clrScheme name="PerkinElmer">
      <a:dk1>
        <a:srgbClr val="131313"/>
      </a:dk1>
      <a:lt1>
        <a:srgbClr val="FFFFFF"/>
      </a:lt1>
      <a:dk2>
        <a:srgbClr val="918B80"/>
      </a:dk2>
      <a:lt2>
        <a:srgbClr val="0054A2"/>
      </a:lt2>
      <a:accent1>
        <a:srgbClr val="00A1DE"/>
      </a:accent1>
      <a:accent2>
        <a:srgbClr val="6BB341"/>
      </a:accent2>
      <a:accent3>
        <a:srgbClr val="006834"/>
      </a:accent3>
      <a:accent4>
        <a:srgbClr val="BD1368"/>
      </a:accent4>
      <a:accent5>
        <a:srgbClr val="EBB700"/>
      </a:accent5>
      <a:accent6>
        <a:srgbClr val="E98300"/>
      </a:accent6>
      <a:hlink>
        <a:srgbClr val="A80060"/>
      </a:hlink>
      <a:folHlink>
        <a:srgbClr val="131313"/>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2540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lnDef>
    <a:txDef>
      <a:spPr>
        <a:noFill/>
      </a:spPr>
      <a:bodyPr wrap="none" rtlCol="0">
        <a:spAutoFit/>
      </a:bodyPr>
      <a:lstStyle>
        <a:defPPr algn="l">
          <a:defRPr sz="3500" dirty="0" err="1" smtClean="0">
            <a:latin typeface="Century Gothic"/>
            <a:cs typeface="Century Gothic"/>
          </a:defRPr>
        </a:defPPr>
      </a:lstStyle>
    </a:tx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54118D7-181D-4105-B30E-1522439AD0CE}" vid="{0C8B3640-197D-4F4C-8683-10930C84EF9E}"/>
    </a:ext>
  </a:extLst>
</a:theme>
</file>

<file path=ppt/theme/theme3.xml><?xml version="1.0" encoding="utf-8"?>
<a:theme xmlns:a="http://schemas.openxmlformats.org/drawingml/2006/main" name="1_PerkinElmer Template_Final_Revised (4)">
  <a:themeElements>
    <a:clrScheme name="Perkin Elmer">
      <a:dk1>
        <a:srgbClr val="131313"/>
      </a:dk1>
      <a:lt1>
        <a:srgbClr val="FFFFFF"/>
      </a:lt1>
      <a:dk2>
        <a:srgbClr val="1355A2"/>
      </a:dk2>
      <a:lt2>
        <a:srgbClr val="F2F2F2"/>
      </a:lt2>
      <a:accent1>
        <a:srgbClr val="89BF27"/>
      </a:accent1>
      <a:accent2>
        <a:srgbClr val="F9B130"/>
      </a:accent2>
      <a:accent3>
        <a:srgbClr val="F64C30"/>
      </a:accent3>
      <a:accent4>
        <a:srgbClr val="BD1368"/>
      </a:accent4>
      <a:accent5>
        <a:srgbClr val="1355A2"/>
      </a:accent5>
      <a:accent6>
        <a:srgbClr val="5DC0E7"/>
      </a:accent6>
      <a:hlink>
        <a:srgbClr val="F64C30"/>
      </a:hlink>
      <a:folHlink>
        <a:srgbClr val="1313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2540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54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lnDef>
    <a:txDef>
      <a:spPr>
        <a:noFill/>
      </a:spPr>
      <a:bodyPr wrap="none" rtlCol="0">
        <a:spAutoFit/>
      </a:bodyPr>
      <a:lstStyle>
        <a:defPPr algn="l">
          <a:defRPr sz="3500" dirty="0" err="1" smtClean="0">
            <a:latin typeface="Century Gothic"/>
            <a:cs typeface="Century Gothic"/>
          </a:defRPr>
        </a:defPPr>
      </a:lstStyle>
    </a:tx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54118D7-181D-4105-B30E-1522439AD0CE}" vid="{77DA7C9B-7DF2-46E5-9456-F11A626B7DC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E01CC17187AA4895497DAABBF621CE" ma:contentTypeVersion="6" ma:contentTypeDescription="Create a new document." ma:contentTypeScope="" ma:versionID="a1e6e7bcdbd19e138064ed6cdf2a2270">
  <xsd:schema xmlns:xsd="http://www.w3.org/2001/XMLSchema" xmlns:xs="http://www.w3.org/2001/XMLSchema" xmlns:p="http://schemas.microsoft.com/office/2006/metadata/properties" xmlns:ns2="d9deda86-0cc9-4934-b8e8-60b0556c5cef" targetNamespace="http://schemas.microsoft.com/office/2006/metadata/properties" ma:root="true" ma:fieldsID="af61539b4bf3d57be76802e231683743" ns2:_="">
    <xsd:import namespace="d9deda86-0cc9-4934-b8e8-60b0556c5cef"/>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deda86-0cc9-4934-b8e8-60b0556c5c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mso-contentType ?>
<SharedContentType xmlns="Microsoft.SharePoint.Taxonomy.ContentTypeSync" SourceId="f12e0814-d4a7-4503-9e6f-1458401000df" ContentTypeId="0x0101" PreviousValue="false"/>
</file>

<file path=customXml/itemProps1.xml><?xml version="1.0" encoding="utf-8"?>
<ds:datastoreItem xmlns:ds="http://schemas.openxmlformats.org/officeDocument/2006/customXml" ds:itemID="{BFBC66BA-3FEE-4606-A4EA-2F08FF29C517}">
  <ds:schemaRefs>
    <ds:schemaRef ds:uri="http://schemas.microsoft.com/sharepoint/v3/contenttype/forms"/>
  </ds:schemaRefs>
</ds:datastoreItem>
</file>

<file path=customXml/itemProps2.xml><?xml version="1.0" encoding="utf-8"?>
<ds:datastoreItem xmlns:ds="http://schemas.openxmlformats.org/officeDocument/2006/customXml" ds:itemID="{FD8AAB31-0922-4D5E-91F5-8D7D9A3920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deda86-0cc9-4934-b8e8-60b0556c5c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649DFF-D90F-4B18-ADA2-5A94C8C7ADFF}">
  <ds:schemaRefs>
    <ds:schemaRef ds:uri="http://schemas.microsoft.com/office/infopath/2007/PartnerControls"/>
    <ds:schemaRef ds:uri="d9deda86-0cc9-4934-b8e8-60b0556c5cef"/>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customXml/itemProps4.xml><?xml version="1.0" encoding="utf-8"?>
<ds:datastoreItem xmlns:ds="http://schemas.openxmlformats.org/officeDocument/2006/customXml" ds:itemID="{8099E1F1-4A7B-4FB2-8484-F176744F772D}">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Presentation Title</Template>
  <TotalTime>1132</TotalTime>
  <Pages>0</Pages>
  <Words>1331</Words>
  <Characters>0</Characters>
  <Application>Microsoft Office PowerPoint</Application>
  <PresentationFormat>自定义</PresentationFormat>
  <Lines>0</Lines>
  <Paragraphs>117</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16</vt:i4>
      </vt:variant>
    </vt:vector>
  </HeadingPairs>
  <TitlesOfParts>
    <vt:vector size="29" baseType="lpstr">
      <vt:lpstr>Arial Regular</vt:lpstr>
      <vt:lpstr>Gill Sans</vt:lpstr>
      <vt:lpstr>Lucida Grande</vt:lpstr>
      <vt:lpstr>宋体</vt:lpstr>
      <vt:lpstr>Microsoft YaHei</vt:lpstr>
      <vt:lpstr>Arial</vt:lpstr>
      <vt:lpstr>Calibri</vt:lpstr>
      <vt:lpstr>Cambria Math</vt:lpstr>
      <vt:lpstr>Century Gothic</vt:lpstr>
      <vt:lpstr>Wingdings</vt:lpstr>
      <vt:lpstr>PerkinElmer Template_Final_Revised (4)</vt:lpstr>
      <vt:lpstr>Content Slides</vt:lpstr>
      <vt:lpstr>1_PerkinElmer Template_Final_Revised (4)</vt:lpstr>
      <vt:lpstr>IT Introduction</vt:lpstr>
      <vt:lpstr>Introduction to IT</vt:lpstr>
      <vt:lpstr>APAC IT Organization</vt:lpstr>
      <vt:lpstr>Intranet&amp;Network</vt:lpstr>
      <vt:lpstr>Standard Software &amp; Application</vt:lpstr>
      <vt:lpstr>Jira IT Ticket System</vt:lpstr>
      <vt:lpstr>Register Multi-factor authentication (MFA)</vt:lpstr>
      <vt:lpstr>Cisco AnyConnect VPN</vt:lpstr>
      <vt:lpstr>Network Driver</vt:lpstr>
      <vt:lpstr>How to Add a Printer</vt:lpstr>
      <vt:lpstr>Outlook backup&amp;Online version overview</vt:lpstr>
      <vt:lpstr>Book Meeting Room</vt:lpstr>
      <vt:lpstr>Teams Channels</vt:lpstr>
      <vt:lpstr>Basic IT Policy in Jula</vt:lpstr>
      <vt:lpstr>Basic IT Policy in Jula  - Case</vt:lpstr>
      <vt:lpstr>THANKS </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Cronin, Kelly</dc:creator>
  <cp:lastModifiedBy>Bollan Zhang</cp:lastModifiedBy>
  <cp:revision>8</cp:revision>
  <dcterms:created xsi:type="dcterms:W3CDTF">2020-01-22T15:33:11Z</dcterms:created>
  <dcterms:modified xsi:type="dcterms:W3CDTF">2026-08-06T04:44:24Z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0x010100D4E01CC17187AA4895497DAABBF621CE</vt:lpwstr>
  </property>
</Properties>
</file>