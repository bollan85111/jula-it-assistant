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4"/>
  </p:sldMasterIdLst>
  <p:notesMasterIdLst>
    <p:notesMasterId r:id="rId17"/>
  </p:notesMasterIdLst>
  <p:sldIdLst>
    <p:sldId id="275" r:id="rId5"/>
    <p:sldId id="257" r:id="rId6"/>
    <p:sldId id="258" r:id="rId7"/>
    <p:sldId id="274" r:id="rId8"/>
    <p:sldId id="277" r:id="rId9"/>
    <p:sldId id="262" r:id="rId10"/>
    <p:sldId id="263" r:id="rId11"/>
    <p:sldId id="264" r:id="rId12"/>
    <p:sldId id="265" r:id="rId13"/>
    <p:sldId id="267" r:id="rId14"/>
    <p:sldId id="269" r:id="rId15"/>
    <p:sldId id="271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5E4D4F-6D5A-4DE3-B498-FA51CFE70BC3}" v="5" dt="2026-07-30T06:11:25.0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llan Zhang" userId="23c4fe0f-c2f3-4f83-bb70-6c6cab73c5be" providerId="ADAL" clId="{327516EC-8C24-4943-86BA-6EBE4AB9787B}"/>
    <pc:docChg chg="undo redo custSel addSld delSld modSld sldOrd">
      <pc:chgData name="Bollan Zhang" userId="23c4fe0f-c2f3-4f83-bb70-6c6cab73c5be" providerId="ADAL" clId="{327516EC-8C24-4943-86BA-6EBE4AB9787B}" dt="2026-07-30T06:14:20.600" v="537" actId="1076"/>
      <pc:docMkLst>
        <pc:docMk/>
      </pc:docMkLst>
      <pc:sldChg chg="addSp delSp modSp mod modNotesTx">
        <pc:chgData name="Bollan Zhang" userId="23c4fe0f-c2f3-4f83-bb70-6c6cab73c5be" providerId="ADAL" clId="{327516EC-8C24-4943-86BA-6EBE4AB9787B}" dt="2026-07-30T06:14:20.600" v="537" actId="1076"/>
        <pc:sldMkLst>
          <pc:docMk/>
          <pc:sldMk cId="0" sldId="257"/>
        </pc:sldMkLst>
        <pc:spChg chg="mod">
          <ac:chgData name="Bollan Zhang" userId="23c4fe0f-c2f3-4f83-bb70-6c6cab73c5be" providerId="ADAL" clId="{327516EC-8C24-4943-86BA-6EBE4AB9787B}" dt="2026-07-16T07:10:59.864" v="362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Bollan Zhang" userId="23c4fe0f-c2f3-4f83-bb70-6c6cab73c5be" providerId="ADAL" clId="{327516EC-8C24-4943-86BA-6EBE4AB9787B}" dt="2026-07-30T06:14:20.600" v="537" actId="1076"/>
          <ac:spMkLst>
            <pc:docMk/>
            <pc:sldMk cId="0" sldId="257"/>
            <ac:spMk id="3" creationId="{00000000-0000-0000-0000-000000000000}"/>
          </ac:spMkLst>
        </pc:spChg>
        <pc:spChg chg="mod">
          <ac:chgData name="Bollan Zhang" userId="23c4fe0f-c2f3-4f83-bb70-6c6cab73c5be" providerId="ADAL" clId="{327516EC-8C24-4943-86BA-6EBE4AB9787B}" dt="2026-07-16T07:07:09.810" v="318" actId="20577"/>
          <ac:spMkLst>
            <pc:docMk/>
            <pc:sldMk cId="0" sldId="257"/>
            <ac:spMk id="5" creationId="{00000000-0000-0000-0000-000000000000}"/>
          </ac:spMkLst>
        </pc:spChg>
        <pc:spChg chg="add del mod">
          <ac:chgData name="Bollan Zhang" userId="23c4fe0f-c2f3-4f83-bb70-6c6cab73c5be" providerId="ADAL" clId="{327516EC-8C24-4943-86BA-6EBE4AB9787B}" dt="2026-07-16T07:11:01.191" v="363" actId="1076"/>
          <ac:spMkLst>
            <pc:docMk/>
            <pc:sldMk cId="0" sldId="257"/>
            <ac:spMk id="6" creationId="{00000000-0000-0000-0000-000000000000}"/>
          </ac:spMkLst>
        </pc:spChg>
        <pc:spChg chg="mod">
          <ac:chgData name="Bollan Zhang" userId="23c4fe0f-c2f3-4f83-bb70-6c6cab73c5be" providerId="ADAL" clId="{327516EC-8C24-4943-86BA-6EBE4AB9787B}" dt="2026-07-16T06:58:41.477" v="316" actId="14100"/>
          <ac:spMkLst>
            <pc:docMk/>
            <pc:sldMk cId="0" sldId="257"/>
            <ac:spMk id="8" creationId="{00000000-0000-0000-0000-000000000000}"/>
          </ac:spMkLst>
        </pc:spChg>
        <pc:spChg chg="mod">
          <ac:chgData name="Bollan Zhang" userId="23c4fe0f-c2f3-4f83-bb70-6c6cab73c5be" providerId="ADAL" clId="{327516EC-8C24-4943-86BA-6EBE4AB9787B}" dt="2026-07-16T06:58:28.074" v="314" actId="1076"/>
          <ac:spMkLst>
            <pc:docMk/>
            <pc:sldMk cId="0" sldId="257"/>
            <ac:spMk id="9" creationId="{00000000-0000-0000-0000-000000000000}"/>
          </ac:spMkLst>
        </pc:spChg>
        <pc:spChg chg="mod">
          <ac:chgData name="Bollan Zhang" userId="23c4fe0f-c2f3-4f83-bb70-6c6cab73c5be" providerId="ADAL" clId="{327516EC-8C24-4943-86BA-6EBE4AB9787B}" dt="2026-07-30T06:10:49.378" v="524"/>
          <ac:spMkLst>
            <pc:docMk/>
            <pc:sldMk cId="0" sldId="257"/>
            <ac:spMk id="18" creationId="{00000000-0000-0000-0000-000000000000}"/>
          </ac:spMkLst>
        </pc:spChg>
        <pc:spChg chg="mod">
          <ac:chgData name="Bollan Zhang" userId="23c4fe0f-c2f3-4f83-bb70-6c6cab73c5be" providerId="ADAL" clId="{327516EC-8C24-4943-86BA-6EBE4AB9787B}" dt="2026-07-30T06:11:03.308" v="530" actId="20577"/>
          <ac:spMkLst>
            <pc:docMk/>
            <pc:sldMk cId="0" sldId="257"/>
            <ac:spMk id="20" creationId="{00000000-0000-0000-0000-000000000000}"/>
          </ac:spMkLst>
        </pc:spChg>
        <pc:spChg chg="mod">
          <ac:chgData name="Bollan Zhang" userId="23c4fe0f-c2f3-4f83-bb70-6c6cab73c5be" providerId="ADAL" clId="{327516EC-8C24-4943-86BA-6EBE4AB9787B}" dt="2026-07-30T06:12:30.579" v="534" actId="14100"/>
          <ac:spMkLst>
            <pc:docMk/>
            <pc:sldMk cId="0" sldId="257"/>
            <ac:spMk id="21" creationId="{00000000-0000-0000-0000-000000000000}"/>
          </ac:spMkLst>
        </pc:spChg>
        <pc:picChg chg="add mod">
          <ac:chgData name="Bollan Zhang" userId="23c4fe0f-c2f3-4f83-bb70-6c6cab73c5be" providerId="ADAL" clId="{327516EC-8C24-4943-86BA-6EBE4AB9787B}" dt="2026-07-16T07:41:47.200" v="423"/>
          <ac:picMkLst>
            <pc:docMk/>
            <pc:sldMk cId="0" sldId="257"/>
            <ac:picMk id="23" creationId="{068CFA27-2E67-38B2-3A6C-08340006680A}"/>
          </ac:picMkLst>
        </pc:picChg>
      </pc:sldChg>
      <pc:sldChg chg="addSp delSp modSp mod modNotesTx">
        <pc:chgData name="Bollan Zhang" userId="23c4fe0f-c2f3-4f83-bb70-6c6cab73c5be" providerId="ADAL" clId="{327516EC-8C24-4943-86BA-6EBE4AB9787B}" dt="2026-07-16T07:51:57.566" v="487" actId="20577"/>
        <pc:sldMkLst>
          <pc:docMk/>
          <pc:sldMk cId="0" sldId="258"/>
        </pc:sldMkLst>
        <pc:spChg chg="mod ord">
          <ac:chgData name="Bollan Zhang" userId="23c4fe0f-c2f3-4f83-bb70-6c6cab73c5be" providerId="ADAL" clId="{327516EC-8C24-4943-86BA-6EBE4AB9787B}" dt="2026-07-16T07:18:38.548" v="391" actId="167"/>
          <ac:spMkLst>
            <pc:docMk/>
            <pc:sldMk cId="0" sldId="258"/>
            <ac:spMk id="2" creationId="{00000000-0000-0000-0000-000000000000}"/>
          </ac:spMkLst>
        </pc:spChg>
        <pc:spChg chg="mod">
          <ac:chgData name="Bollan Zhang" userId="23c4fe0f-c2f3-4f83-bb70-6c6cab73c5be" providerId="ADAL" clId="{327516EC-8C24-4943-86BA-6EBE4AB9787B}" dt="2026-07-16T07:47:02.571" v="482" actId="207"/>
          <ac:spMkLst>
            <pc:docMk/>
            <pc:sldMk cId="0" sldId="258"/>
            <ac:spMk id="5" creationId="{00000000-0000-0000-0000-000000000000}"/>
          </ac:spMkLst>
        </pc:spChg>
        <pc:picChg chg="add mod">
          <ac:chgData name="Bollan Zhang" userId="23c4fe0f-c2f3-4f83-bb70-6c6cab73c5be" providerId="ADAL" clId="{327516EC-8C24-4943-86BA-6EBE4AB9787B}" dt="2026-07-16T07:41:51.831" v="425"/>
          <ac:picMkLst>
            <pc:docMk/>
            <pc:sldMk cId="0" sldId="258"/>
            <ac:picMk id="6" creationId="{1BD0A523-6995-FF36-6C39-EAABF9D134DE}"/>
          </ac:picMkLst>
        </pc:picChg>
        <pc:picChg chg="add mod">
          <ac:chgData name="Bollan Zhang" userId="23c4fe0f-c2f3-4f83-bb70-6c6cab73c5be" providerId="ADAL" clId="{327516EC-8C24-4943-86BA-6EBE4AB9787B}" dt="2026-07-10T09:22:12.020" v="295" actId="1076"/>
          <ac:picMkLst>
            <pc:docMk/>
            <pc:sldMk cId="0" sldId="258"/>
            <ac:picMk id="7" creationId="{D22F397F-6FDC-EF99-3C9D-C31F0D7E777F}"/>
          </ac:picMkLst>
        </pc:picChg>
        <pc:picChg chg="add mod">
          <ac:chgData name="Bollan Zhang" userId="23c4fe0f-c2f3-4f83-bb70-6c6cab73c5be" providerId="ADAL" clId="{327516EC-8C24-4943-86BA-6EBE4AB9787B}" dt="2026-07-10T09:22:13.939" v="296" actId="1076"/>
          <ac:picMkLst>
            <pc:docMk/>
            <pc:sldMk cId="0" sldId="258"/>
            <ac:picMk id="8" creationId="{C55A5574-6DB0-0419-F5E2-79F5A9909120}"/>
          </ac:picMkLst>
        </pc:picChg>
      </pc:sldChg>
      <pc:sldChg chg="addSp delSp modSp mod modNotesTx">
        <pc:chgData name="Bollan Zhang" userId="23c4fe0f-c2f3-4f83-bb70-6c6cab73c5be" providerId="ADAL" clId="{327516EC-8C24-4943-86BA-6EBE4AB9787B}" dt="2026-07-16T07:53:59.097" v="491" actId="20577"/>
        <pc:sldMkLst>
          <pc:docMk/>
          <pc:sldMk cId="0" sldId="262"/>
        </pc:sldMkLst>
        <pc:spChg chg="mod">
          <ac:chgData name="Bollan Zhang" userId="23c4fe0f-c2f3-4f83-bb70-6c6cab73c5be" providerId="ADAL" clId="{327516EC-8C24-4943-86BA-6EBE4AB9787B}" dt="2026-07-10T09:20:35.775" v="284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Bollan Zhang" userId="23c4fe0f-c2f3-4f83-bb70-6c6cab73c5be" providerId="ADAL" clId="{327516EC-8C24-4943-86BA-6EBE4AB9787B}" dt="2026-07-10T09:20:44.727" v="285" actId="108"/>
          <ac:spMkLst>
            <pc:docMk/>
            <pc:sldMk cId="0" sldId="262"/>
            <ac:spMk id="3" creationId="{00000000-0000-0000-0000-000000000000}"/>
          </ac:spMkLst>
        </pc:spChg>
        <pc:picChg chg="add mod">
          <ac:chgData name="Bollan Zhang" userId="23c4fe0f-c2f3-4f83-bb70-6c6cab73c5be" providerId="ADAL" clId="{327516EC-8C24-4943-86BA-6EBE4AB9787B}" dt="2026-07-16T07:42:16.315" v="436"/>
          <ac:picMkLst>
            <pc:docMk/>
            <pc:sldMk cId="0" sldId="262"/>
            <ac:picMk id="19" creationId="{2CF643DD-A2B9-6EE8-FCF6-22F8BB6D2E78}"/>
          </ac:picMkLst>
        </pc:picChg>
      </pc:sldChg>
      <pc:sldChg chg="addSp delSp modSp mod modNotes">
        <pc:chgData name="Bollan Zhang" userId="23c4fe0f-c2f3-4f83-bb70-6c6cab73c5be" providerId="ADAL" clId="{327516EC-8C24-4943-86BA-6EBE4AB9787B}" dt="2026-07-16T07:55:58.095" v="504" actId="14100"/>
        <pc:sldMkLst>
          <pc:docMk/>
          <pc:sldMk cId="0" sldId="263"/>
        </pc:sldMkLst>
        <pc:spChg chg="mod">
          <ac:chgData name="Bollan Zhang" userId="23c4fe0f-c2f3-4f83-bb70-6c6cab73c5be" providerId="ADAL" clId="{327516EC-8C24-4943-86BA-6EBE4AB9787B}" dt="2026-07-16T07:55:58.095" v="504" actId="14100"/>
          <ac:spMkLst>
            <pc:docMk/>
            <pc:sldMk cId="0" sldId="263"/>
            <ac:spMk id="17" creationId="{00000000-0000-0000-0000-000000000000}"/>
          </ac:spMkLst>
        </pc:spChg>
        <pc:picChg chg="mod">
          <ac:chgData name="Bollan Zhang" userId="23c4fe0f-c2f3-4f83-bb70-6c6cab73c5be" providerId="ADAL" clId="{327516EC-8C24-4943-86BA-6EBE4AB9787B}" dt="2026-07-16T07:55:36.310" v="501" actId="1076"/>
          <ac:picMkLst>
            <pc:docMk/>
            <pc:sldMk cId="0" sldId="263"/>
            <ac:picMk id="16" creationId="{00000000-0000-0000-0000-000000000000}"/>
          </ac:picMkLst>
        </pc:picChg>
        <pc:picChg chg="add mod">
          <ac:chgData name="Bollan Zhang" userId="23c4fe0f-c2f3-4f83-bb70-6c6cab73c5be" providerId="ADAL" clId="{327516EC-8C24-4943-86BA-6EBE4AB9787B}" dt="2026-07-16T07:42:21.717" v="438"/>
          <ac:picMkLst>
            <pc:docMk/>
            <pc:sldMk cId="0" sldId="263"/>
            <ac:picMk id="20" creationId="{09202251-72DA-5185-33E0-A632B4FDAEE9}"/>
          </ac:picMkLst>
        </pc:picChg>
      </pc:sldChg>
      <pc:sldChg chg="addSp delSp modSp mod modNotes">
        <pc:chgData name="Bollan Zhang" userId="23c4fe0f-c2f3-4f83-bb70-6c6cab73c5be" providerId="ADAL" clId="{327516EC-8C24-4943-86BA-6EBE4AB9787B}" dt="2026-07-16T07:55:20.335" v="499" actId="108"/>
        <pc:sldMkLst>
          <pc:docMk/>
          <pc:sldMk cId="0" sldId="264"/>
        </pc:sldMkLst>
        <pc:spChg chg="mod">
          <ac:chgData name="Bollan Zhang" userId="23c4fe0f-c2f3-4f83-bb70-6c6cab73c5be" providerId="ADAL" clId="{327516EC-8C24-4943-86BA-6EBE4AB9787B}" dt="2026-07-16T07:55:20.335" v="499" actId="108"/>
          <ac:spMkLst>
            <pc:docMk/>
            <pc:sldMk cId="0" sldId="264"/>
            <ac:spMk id="5" creationId="{00000000-0000-0000-0000-000000000000}"/>
          </ac:spMkLst>
        </pc:spChg>
        <pc:picChg chg="add mod">
          <ac:chgData name="Bollan Zhang" userId="23c4fe0f-c2f3-4f83-bb70-6c6cab73c5be" providerId="ADAL" clId="{327516EC-8C24-4943-86BA-6EBE4AB9787B}" dt="2026-07-16T07:42:27.036" v="440"/>
          <ac:picMkLst>
            <pc:docMk/>
            <pc:sldMk cId="0" sldId="264"/>
            <ac:picMk id="17" creationId="{212A4424-BA6F-D9F9-CEBF-D1DB4683668B}"/>
          </ac:picMkLst>
        </pc:picChg>
      </pc:sldChg>
      <pc:sldChg chg="addSp delSp modSp mod modNotes">
        <pc:chgData name="Bollan Zhang" userId="23c4fe0f-c2f3-4f83-bb70-6c6cab73c5be" providerId="ADAL" clId="{327516EC-8C24-4943-86BA-6EBE4AB9787B}" dt="2026-07-16T07:42:34.127" v="443" actId="478"/>
        <pc:sldMkLst>
          <pc:docMk/>
          <pc:sldMk cId="0" sldId="265"/>
        </pc:sldMkLst>
        <pc:picChg chg="add mod">
          <ac:chgData name="Bollan Zhang" userId="23c4fe0f-c2f3-4f83-bb70-6c6cab73c5be" providerId="ADAL" clId="{327516EC-8C24-4943-86BA-6EBE4AB9787B}" dt="2026-07-16T07:42:32.314" v="442"/>
          <ac:picMkLst>
            <pc:docMk/>
            <pc:sldMk cId="0" sldId="265"/>
            <ac:picMk id="15" creationId="{0D7BB6E1-C14C-B54E-763A-02A87010551B}"/>
          </ac:picMkLst>
        </pc:picChg>
      </pc:sldChg>
      <pc:sldChg chg="addSp delSp modSp del mod modNotes">
        <pc:chgData name="Bollan Zhang" userId="23c4fe0f-c2f3-4f83-bb70-6c6cab73c5be" providerId="ADAL" clId="{327516EC-8C24-4943-86BA-6EBE4AB9787B}" dt="2026-07-30T05:35:02.092" v="518" actId="2696"/>
        <pc:sldMkLst>
          <pc:docMk/>
          <pc:sldMk cId="0" sldId="266"/>
        </pc:sldMkLst>
      </pc:sldChg>
      <pc:sldChg chg="addSp delSp modSp mod modNotes">
        <pc:chgData name="Bollan Zhang" userId="23c4fe0f-c2f3-4f83-bb70-6c6cab73c5be" providerId="ADAL" clId="{327516EC-8C24-4943-86BA-6EBE4AB9787B}" dt="2026-07-16T07:42:42.446" v="447" actId="478"/>
        <pc:sldMkLst>
          <pc:docMk/>
          <pc:sldMk cId="0" sldId="267"/>
        </pc:sldMkLst>
        <pc:picChg chg="add mod">
          <ac:chgData name="Bollan Zhang" userId="23c4fe0f-c2f3-4f83-bb70-6c6cab73c5be" providerId="ADAL" clId="{327516EC-8C24-4943-86BA-6EBE4AB9787B}" dt="2026-07-16T07:42:40.499" v="446"/>
          <ac:picMkLst>
            <pc:docMk/>
            <pc:sldMk cId="0" sldId="267"/>
            <ac:picMk id="29" creationId="{9D178C05-BB38-3D2F-7313-86B476DB6C13}"/>
          </ac:picMkLst>
        </pc:picChg>
      </pc:sldChg>
      <pc:sldChg chg="addSp delSp modSp del mod modNotes">
        <pc:chgData name="Bollan Zhang" userId="23c4fe0f-c2f3-4f83-bb70-6c6cab73c5be" providerId="ADAL" clId="{327516EC-8C24-4943-86BA-6EBE4AB9787B}" dt="2026-07-30T05:35:19.532" v="519" actId="2696"/>
        <pc:sldMkLst>
          <pc:docMk/>
          <pc:sldMk cId="0" sldId="268"/>
        </pc:sldMkLst>
      </pc:sldChg>
      <pc:sldChg chg="addSp delSp modSp mod modNotes">
        <pc:chgData name="Bollan Zhang" userId="23c4fe0f-c2f3-4f83-bb70-6c6cab73c5be" providerId="ADAL" clId="{327516EC-8C24-4943-86BA-6EBE4AB9787B}" dt="2026-07-16T07:42:51.603" v="451" actId="478"/>
        <pc:sldMkLst>
          <pc:docMk/>
          <pc:sldMk cId="0" sldId="269"/>
        </pc:sldMkLst>
        <pc:picChg chg="add mod">
          <ac:chgData name="Bollan Zhang" userId="23c4fe0f-c2f3-4f83-bb70-6c6cab73c5be" providerId="ADAL" clId="{327516EC-8C24-4943-86BA-6EBE4AB9787B}" dt="2026-07-16T07:42:49.651" v="450"/>
          <ac:picMkLst>
            <pc:docMk/>
            <pc:sldMk cId="0" sldId="269"/>
            <ac:picMk id="29" creationId="{CE221B94-270F-2EE6-BC4A-94A64ED19190}"/>
          </ac:picMkLst>
        </pc:picChg>
      </pc:sldChg>
      <pc:sldChg chg="addSp delSp modSp del mod">
        <pc:chgData name="Bollan Zhang" userId="23c4fe0f-c2f3-4f83-bb70-6c6cab73c5be" providerId="ADAL" clId="{327516EC-8C24-4943-86BA-6EBE4AB9787B}" dt="2026-07-30T05:34:26.971" v="517" actId="2696"/>
        <pc:sldMkLst>
          <pc:docMk/>
          <pc:sldMk cId="0" sldId="270"/>
        </pc:sldMkLst>
      </pc:sldChg>
      <pc:sldChg chg="addSp delSp modSp mod modNotes">
        <pc:chgData name="Bollan Zhang" userId="23c4fe0f-c2f3-4f83-bb70-6c6cab73c5be" providerId="ADAL" clId="{327516EC-8C24-4943-86BA-6EBE4AB9787B}" dt="2026-07-16T07:57:10.377" v="509" actId="122"/>
        <pc:sldMkLst>
          <pc:docMk/>
          <pc:sldMk cId="0" sldId="271"/>
        </pc:sldMkLst>
        <pc:spChg chg="mod">
          <ac:chgData name="Bollan Zhang" userId="23c4fe0f-c2f3-4f83-bb70-6c6cab73c5be" providerId="ADAL" clId="{327516EC-8C24-4943-86BA-6EBE4AB9787B}" dt="2026-07-16T07:57:10.377" v="509" actId="122"/>
          <ac:spMkLst>
            <pc:docMk/>
            <pc:sldMk cId="0" sldId="271"/>
            <ac:spMk id="5" creationId="{00000000-0000-0000-0000-000000000000}"/>
          </ac:spMkLst>
        </pc:spChg>
        <pc:picChg chg="add mod">
          <ac:chgData name="Bollan Zhang" userId="23c4fe0f-c2f3-4f83-bb70-6c6cab73c5be" providerId="ADAL" clId="{327516EC-8C24-4943-86BA-6EBE4AB9787B}" dt="2026-07-16T07:43:00.739" v="454"/>
          <ac:picMkLst>
            <pc:docMk/>
            <pc:sldMk cId="0" sldId="271"/>
            <ac:picMk id="9" creationId="{14C168A0-8AD6-B82A-B2B4-458F6EBC78CD}"/>
          </ac:picMkLst>
        </pc:picChg>
      </pc:sldChg>
      <pc:sldChg chg="addSp delSp modSp add mod setBg modNotes">
        <pc:chgData name="Bollan Zhang" userId="23c4fe0f-c2f3-4f83-bb70-6c6cab73c5be" providerId="ADAL" clId="{327516EC-8C24-4943-86BA-6EBE4AB9787B}" dt="2026-07-16T07:41:59.965" v="429" actId="478"/>
        <pc:sldMkLst>
          <pc:docMk/>
          <pc:sldMk cId="0" sldId="274"/>
        </pc:sldMkLst>
        <pc:spChg chg="add del">
          <ac:chgData name="Bollan Zhang" userId="23c4fe0f-c2f3-4f83-bb70-6c6cab73c5be" providerId="ADAL" clId="{327516EC-8C24-4943-86BA-6EBE4AB9787B}" dt="2026-07-16T07:15:01.257" v="381" actId="478"/>
          <ac:spMkLst>
            <pc:docMk/>
            <pc:sldMk cId="0" sldId="274"/>
            <ac:spMk id="2" creationId="{00000000-0000-0000-0000-000000000000}"/>
          </ac:spMkLst>
        </pc:spChg>
        <pc:picChg chg="add mod">
          <ac:chgData name="Bollan Zhang" userId="23c4fe0f-c2f3-4f83-bb70-6c6cab73c5be" providerId="ADAL" clId="{327516EC-8C24-4943-86BA-6EBE4AB9787B}" dt="2026-07-16T07:41:56.935" v="427"/>
          <ac:picMkLst>
            <pc:docMk/>
            <pc:sldMk cId="0" sldId="274"/>
            <ac:picMk id="23" creationId="{069881B6-CF23-B87C-01A9-5D6C0B8BCEE4}"/>
          </ac:picMkLst>
        </pc:picChg>
      </pc:sldChg>
      <pc:sldChg chg="addSp delSp modSp add mod modNotes modNotesTx">
        <pc:chgData name="Bollan Zhang" userId="23c4fe0f-c2f3-4f83-bb70-6c6cab73c5be" providerId="ADAL" clId="{327516EC-8C24-4943-86BA-6EBE4AB9787B}" dt="2026-07-30T05:42:04.274" v="520" actId="1076"/>
        <pc:sldMkLst>
          <pc:docMk/>
          <pc:sldMk cId="0" sldId="275"/>
        </pc:sldMkLst>
        <pc:spChg chg="add mod">
          <ac:chgData name="Bollan Zhang" userId="23c4fe0f-c2f3-4f83-bb70-6c6cab73c5be" providerId="ADAL" clId="{327516EC-8C24-4943-86BA-6EBE4AB9787B}" dt="2026-07-16T07:23:47.151" v="399"/>
          <ac:spMkLst>
            <pc:docMk/>
            <pc:sldMk cId="0" sldId="275"/>
            <ac:spMk id="4" creationId="{F9C80E5C-6A7E-14A9-1DED-88F1D6717C5B}"/>
          </ac:spMkLst>
        </pc:spChg>
        <pc:spChg chg="mod">
          <ac:chgData name="Bollan Zhang" userId="23c4fe0f-c2f3-4f83-bb70-6c6cab73c5be" providerId="ADAL" clId="{327516EC-8C24-4943-86BA-6EBE4AB9787B}" dt="2026-07-30T05:42:04.274" v="520" actId="1076"/>
          <ac:spMkLst>
            <pc:docMk/>
            <pc:sldMk cId="0" sldId="275"/>
            <ac:spMk id="5" creationId="{00000000-0000-0000-0000-000000000000}"/>
          </ac:spMkLst>
        </pc:spChg>
        <pc:spChg chg="add mod">
          <ac:chgData name="Bollan Zhang" userId="23c4fe0f-c2f3-4f83-bb70-6c6cab73c5be" providerId="ADAL" clId="{327516EC-8C24-4943-86BA-6EBE4AB9787B}" dt="2026-07-16T07:23:55.869" v="400"/>
          <ac:spMkLst>
            <pc:docMk/>
            <pc:sldMk cId="0" sldId="275"/>
            <ac:spMk id="7" creationId="{2DEAECF9-EB78-B106-756D-5A8C2947C01C}"/>
          </ac:spMkLst>
        </pc:spChg>
        <pc:spChg chg="add mod">
          <ac:chgData name="Bollan Zhang" userId="23c4fe0f-c2f3-4f83-bb70-6c6cab73c5be" providerId="ADAL" clId="{327516EC-8C24-4943-86BA-6EBE4AB9787B}" dt="2026-07-16T07:36:57.058" v="404" actId="20577"/>
          <ac:spMkLst>
            <pc:docMk/>
            <pc:sldMk cId="0" sldId="275"/>
            <ac:spMk id="8" creationId="{D20B03C5-12C7-F554-B5B9-F9FD7E3C4D6C}"/>
          </ac:spMkLst>
        </pc:spChg>
        <pc:picChg chg="add mod">
          <ac:chgData name="Bollan Zhang" userId="23c4fe0f-c2f3-4f83-bb70-6c6cab73c5be" providerId="ADAL" clId="{327516EC-8C24-4943-86BA-6EBE4AB9787B}" dt="2026-07-16T07:41:42.200" v="421"/>
          <ac:picMkLst>
            <pc:docMk/>
            <pc:sldMk cId="0" sldId="275"/>
            <ac:picMk id="10" creationId="{63711E3B-BE46-B558-6CD6-4C5D6EBA42CA}"/>
          </ac:picMkLst>
        </pc:picChg>
      </pc:sldChg>
      <pc:sldChg chg="addSp delSp modSp add del mod setBg modNotes">
        <pc:chgData name="Bollan Zhang" userId="23c4fe0f-c2f3-4f83-bb70-6c6cab73c5be" providerId="ADAL" clId="{327516EC-8C24-4943-86BA-6EBE4AB9787B}" dt="2026-07-30T05:32:49.457" v="514" actId="2696"/>
        <pc:sldMkLst>
          <pc:docMk/>
          <pc:sldMk cId="0" sldId="276"/>
        </pc:sldMkLst>
      </pc:sldChg>
      <pc:sldChg chg="addSp delSp modSp add mod setBg modNotes modNotesTx">
        <pc:chgData name="Bollan Zhang" userId="23c4fe0f-c2f3-4f83-bb70-6c6cab73c5be" providerId="ADAL" clId="{327516EC-8C24-4943-86BA-6EBE4AB9787B}" dt="2026-07-30T05:33:05.145" v="516" actId="20577"/>
        <pc:sldMkLst>
          <pc:docMk/>
          <pc:sldMk cId="0" sldId="277"/>
        </pc:sldMkLst>
        <pc:spChg chg="mod">
          <ac:chgData name="Bollan Zhang" userId="23c4fe0f-c2f3-4f83-bb70-6c6cab73c5be" providerId="ADAL" clId="{327516EC-8C24-4943-86BA-6EBE4AB9787B}" dt="2026-07-30T05:32:58.035" v="515" actId="20577"/>
          <ac:spMkLst>
            <pc:docMk/>
            <pc:sldMk cId="0" sldId="277"/>
            <ac:spMk id="3" creationId="{00000000-0000-0000-0000-000000000000}"/>
          </ac:spMkLst>
        </pc:spChg>
        <pc:picChg chg="add mod">
          <ac:chgData name="Bollan Zhang" userId="23c4fe0f-c2f3-4f83-bb70-6c6cab73c5be" providerId="ADAL" clId="{327516EC-8C24-4943-86BA-6EBE4AB9787B}" dt="2026-07-16T07:42:11.139" v="434"/>
          <ac:picMkLst>
            <pc:docMk/>
            <pc:sldMk cId="0" sldId="277"/>
            <ac:picMk id="33" creationId="{F7D28BC9-181A-8773-EA94-72F4C5FC0C2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30.07.2026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b="0" i="0" u="none" strike="noStrike" dirty="0" err="1">
                <a:solidFill>
                  <a:srgbClr val="000000"/>
                </a:solidFill>
              </a:rPr>
              <a:t>大家好，欢迎参加本次分享。在当今的数字化办公环境中，Microsoft</a:t>
            </a:r>
            <a:r>
              <a:rPr lang="en-US" altLang="zh-CN" sz="1400" b="0" i="0" u="none" strike="noStrike" dirty="0">
                <a:solidFill>
                  <a:srgbClr val="000000"/>
                </a:solidFill>
              </a:rPr>
              <a:t> 365已成为我们工作的核心。今天，我们将深入探讨OneDrive和SharePoint的文件同步策略，帮助大家理解“添加快捷方式”和“直接同步”这两种方式的区别，从而优化我们的文件管理效率，提升协作体验。</a:t>
            </a:r>
          </a:p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首先，让我们明确今天的议程。我们将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介绍</a:t>
            </a:r>
            <a:r>
              <a:rPr lang="en-US" altLang="zh-CN" sz="1400" b="0" i="0" u="none" strike="noStrike" kern="120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Noto Sans SC"/>
              </a:rPr>
              <a:t>OneDrive </a:t>
            </a:r>
            <a:r>
              <a:rPr lang="en-US" altLang="zh-CN" sz="1400" b="0" i="0" u="none" strike="noStrike" kern="1200" dirty="0" err="1">
                <a:solidFill>
                  <a:srgbClr val="000000"/>
                </a:solidFill>
                <a:latin typeface="+mn-lt"/>
                <a:ea typeface="+mn-ea"/>
                <a:cs typeface="+mn-cs"/>
                <a:sym typeface="Noto Sans SC"/>
              </a:rPr>
              <a:t>个人同步与</a:t>
            </a:r>
            <a:r>
              <a:rPr lang="en-US" altLang="zh-CN" sz="1400" b="0" i="0" u="none" strike="noStrike" kern="120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Noto Sans SC"/>
              </a:rPr>
              <a:t> SharePoint </a:t>
            </a:r>
            <a:r>
              <a:rPr lang="en-US" altLang="zh-CN" sz="1400" b="0" i="0" u="none" strike="noStrike" kern="1200" dirty="0" err="1">
                <a:solidFill>
                  <a:srgbClr val="000000"/>
                </a:solidFill>
                <a:latin typeface="+mn-lt"/>
                <a:ea typeface="+mn-ea"/>
                <a:cs typeface="+mn-cs"/>
                <a:sym typeface="Noto Sans SC"/>
              </a:rPr>
              <a:t>站点同步</a:t>
            </a:r>
            <a:r>
              <a:rPr lang="zh-CN" altLang="en-US" sz="1400" b="0" i="0" u="none" strike="noStrike" kern="120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Poppins"/>
              </a:rPr>
              <a:t>区别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，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然后介绍如何同步SharePoint站点，接着会深入对比两种核心同步方式的差异，最后给出</a:t>
            </a:r>
            <a:r>
              <a:rPr lang="zh-CN" altLang="en-US" sz="14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适用场景推荐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。希望通过这次分享，大家能对如何高效管理云端文件有更清晰的认识。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现在，我们进入第一部分，</a:t>
            </a:r>
            <a:r>
              <a:rPr lang="en-US" altLang="zh-CN" sz="1400" b="0" i="0" u="none" strike="noStrike" kern="1200" dirty="0" err="1">
                <a:solidFill>
                  <a:srgbClr val="000000"/>
                </a:solidFill>
                <a:latin typeface="+mn-lt"/>
                <a:ea typeface="+mn-ea"/>
                <a:cs typeface="+mn-cs"/>
                <a:sym typeface="Noto Sans SC"/>
              </a:rPr>
              <a:t>OneDrive</a:t>
            </a:r>
            <a:r>
              <a:rPr lang="en-US" altLang="zh-CN" sz="1400" b="0" i="0" u="none" strike="noStrike" kern="120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Noto Sans SC"/>
              </a:rPr>
              <a:t> </a:t>
            </a:r>
            <a:r>
              <a:rPr lang="en-US" altLang="zh-CN" sz="1400" b="0" i="0" u="none" strike="noStrike" kern="1200" dirty="0" err="1">
                <a:solidFill>
                  <a:srgbClr val="000000"/>
                </a:solidFill>
                <a:latin typeface="+mn-lt"/>
                <a:ea typeface="+mn-ea"/>
                <a:cs typeface="+mn-cs"/>
                <a:sym typeface="Noto Sans SC"/>
              </a:rPr>
              <a:t>个人同步与</a:t>
            </a:r>
            <a:r>
              <a:rPr lang="en-US" altLang="zh-CN" sz="1400" b="0" i="0" u="none" strike="noStrike" kern="120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Noto Sans SC"/>
              </a:rPr>
              <a:t> SharePoint </a:t>
            </a:r>
            <a:r>
              <a:rPr lang="en-US" altLang="zh-CN" sz="1400" b="0" i="0" u="none" strike="noStrike" kern="1200" dirty="0" err="1">
                <a:solidFill>
                  <a:srgbClr val="000000"/>
                </a:solidFill>
                <a:latin typeface="+mn-lt"/>
                <a:ea typeface="+mn-ea"/>
                <a:cs typeface="+mn-cs"/>
                <a:sym typeface="Noto Sans SC"/>
              </a:rPr>
              <a:t>站点同步</a:t>
            </a:r>
            <a:r>
              <a:rPr lang="zh-CN" altLang="en-US" sz="1400" b="0" i="0" u="none" strike="noStrike" kern="120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Poppins"/>
              </a:rPr>
              <a:t>区别。</a:t>
            </a:r>
            <a:endParaRPr lang="en-US" altLang="zh-CN" sz="1400" b="0" i="0" u="none" strike="noStrike" kern="120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开始详细讲解之前，我们先来看一下核心结论。首先，OneDrive和SharePoint虽然技术同源，但定位截然不同，一个服务个人，一个服务团队。其次，它们的权限模型差异巨大，OneDrive简单易用，SharePoint则强大复杂。第三，同步方式和范围也各有特点，微软更推荐使用快捷方式来访问SharePoint内容。最后，它们的适用场景是互补的，共同构成了完整的文件管理和协作解决方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在适用场景上，OneDrive适合个人和非正式共享，而SharePoint适合正式的团队项目和企业知识库。协作模式上，OneDrive偏向异步，而SharePoint支持更复杂的实时协作与管理。管理方面，OneDrive主要是个人管理，SharePoint则有更专业的管理员角色。最后在客户端体验上，它们在文件资源管理器中的位置也不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了解了OneDrive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 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个人同步与 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SharePoint 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站点同步区别后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，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我们再来看看如何同步团队协作平台SharePoint站点的文件。这对于团队项目管理至关重要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从SharePoint网站同步非常简单。我们只需在浏览器中打开目标文档库，找到并点击顶部的“同步”按钮，系统会自动调用OneDrive客户端完成同步。同步完成后，这个文档库就会像一个本地文件夹一样出现在文件资源管理器中，方便我们随时访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我们日常使用的Microsoft Teams，其文件功能也是基于SharePoint的。所以，同步Teams文件的方法和同步SharePoint非常相似。在Teams的任何一个频道中，进入“文件”选项卡，点击右上角的“同步”按钮，就可以将整个频道的文件同步到本地。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现在，我们进入今天分享的核心部分：深入对比“添加快捷方式”和“直接同步”这两种方式。理解它们的区别，是优化我们工作流的关键。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张表格更详细地对比了两者的功能差异。大家可以重点关注几个方面：空间占用、离线访问和跨设备可见性。快捷方式几乎不占空间，但需要网络；同步会占用大量空间，但支持离线工作。另外，快捷方式在你所有设备上都能看到，而同步则是每台设备独立设置的。值得注意的是，微软目前更推荐使用快捷方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我们该如何选择呢？这里给出一些场景建议。如果你大部分时间在办公室，网络稳定，并且使用多台设备，那么“添加快捷方式”是你的最佳选择。如果你经常需要离线工作，或者需要处理大型文件，那么“直接同步”会更适合你。此外，如果你是外部用户访问共享库，可能也需要使用同步功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我的分享到此结束，感谢大家的聆听。现在是问答环节，大家有任何问题都可以提出来。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jpe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2.sv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3.jpeg"/><Relationship Id="rId9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5.sv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10.svg"/><Relationship Id="rId5" Type="http://schemas.openxmlformats.org/officeDocument/2006/relationships/image" Target="../media/image14.svg"/><Relationship Id="rId4" Type="http://schemas.openxmlformats.org/officeDocument/2006/relationships/image" Target="../media/image3.jpeg"/><Relationship Id="rId9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jpe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.jpe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5" Type="http://schemas.openxmlformats.org/officeDocument/2006/relationships/image" Target="../media/image25.svg"/><Relationship Id="rId4" Type="http://schemas.openxmlformats.org/officeDocument/2006/relationships/image" Target="../media/image2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29.svg"/><Relationship Id="rId4" Type="http://schemas.openxmlformats.org/officeDocument/2006/relationships/image" Target="../media/image2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016000" y="4640119"/>
            <a:ext cx="762000" cy="50800"/>
          </a:xfrm>
          <a:prstGeom prst="roundRect">
            <a:avLst>
              <a:gd name="adj" fmla="val 0"/>
            </a:avLst>
          </a:prstGeom>
          <a:solidFill>
            <a:srgbClr val="0078D4">
              <a:alpha val="100000"/>
            </a:srgbClr>
          </a:solidFill>
          <a:ln cap="flat" cmpd="sng">
            <a:solidFill>
              <a:srgbClr val="006AB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AutoShape 3">
            <a:extLst>
              <a:ext uri="{FF2B5EF4-FFF2-40B4-BE49-F238E27FC236}">
                <a16:creationId xmlns:a16="http://schemas.microsoft.com/office/drawing/2014/main" id="{F9C80E5C-6A7E-14A9-1DED-88F1D6717C5B}"/>
              </a:ext>
            </a:extLst>
          </p:cNvPr>
          <p:cNvSpPr/>
          <p:nvPr/>
        </p:nvSpPr>
        <p:spPr>
          <a:xfrm>
            <a:off x="1016000" y="2286000"/>
            <a:ext cx="1016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OneDrive 与 SharePoint </a:t>
            </a:r>
            <a:r>
              <a:rPr lang="en-US" sz="48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同步</a:t>
            </a:r>
            <a:endParaRPr lang="en-US" sz="1100" dirty="0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2DEAECF9-EB78-B106-756D-5A8C2947C01C}"/>
              </a:ext>
            </a:extLst>
          </p:cNvPr>
          <p:cNvSpPr/>
          <p:nvPr/>
        </p:nvSpPr>
        <p:spPr>
          <a:xfrm>
            <a:off x="1016000" y="3810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 dirty="0" err="1">
                <a:solidFill>
                  <a:srgbClr val="0078D4"/>
                </a:solidFill>
                <a:latin typeface="Noto Sans SC"/>
                <a:ea typeface="Noto Sans SC"/>
                <a:cs typeface="Noto Sans SC"/>
                <a:sym typeface="Noto Sans SC"/>
              </a:rPr>
              <a:t>关系与区别深度解析</a:t>
            </a:r>
            <a:endParaRPr lang="en-US" sz="1100" dirty="0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D20B03C5-12C7-F554-B5B9-F9FD7E3C4D6C}"/>
              </a:ext>
            </a:extLst>
          </p:cNvPr>
          <p:cNvSpPr/>
          <p:nvPr/>
        </p:nvSpPr>
        <p:spPr>
          <a:xfrm>
            <a:off x="8636000" y="55880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08333"/>
              </a:lnSpc>
              <a:defRPr/>
            </a:pPr>
            <a:r>
              <a:rPr lang="en-US" sz="1600" b="1" i="0" u="none" strike="noStrike" dirty="0">
                <a:solidFill>
                  <a:srgbClr val="343A40"/>
                </a:solidFill>
                <a:latin typeface="Noto Sans SC"/>
                <a:ea typeface="Noto Sans SC"/>
                <a:cs typeface="Noto Sans SC"/>
                <a:sym typeface="Noto Sans SC"/>
              </a:rPr>
              <a:t>IT Department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 dirty="0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2026年8月 | </a:t>
            </a:r>
            <a:r>
              <a:rPr lang="en-US" sz="1400" b="0" i="0" u="none" strike="noStrike" dirty="0" err="1">
                <a:solidFill>
                  <a:srgbClr val="6C757D"/>
                </a:solidFill>
                <a:latin typeface="Noto Sans SC"/>
                <a:ea typeface="Noto Sans SC"/>
                <a:cs typeface="Noto Sans SC"/>
                <a:sym typeface="Noto Sans SC"/>
              </a:rPr>
              <a:t>内部培训资料</a:t>
            </a:r>
            <a:endParaRPr lang="en-US" sz="11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3711E3B-BE46-B558-6CD6-4C5D6EBA42C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655300" y="254000"/>
            <a:ext cx="1270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2556741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zh-CN" altLang="en-US" sz="32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课程目录</a:t>
            </a:r>
            <a:endParaRPr lang="en-US" sz="3200" b="1" i="0" u="none" strike="noStrike" dirty="0">
              <a:solidFill>
                <a:srgbClr val="37415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016000" y="1841500"/>
            <a:ext cx="10160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762000" y="3683000"/>
            <a:ext cx="2540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39116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84300" y="4019678"/>
            <a:ext cx="1892300" cy="57047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 OneDrive 与 SharePoint </a:t>
            </a:r>
            <a:r>
              <a:rPr lang="en-US" sz="1600" b="1" i="0" u="none" strike="noStrike" dirty="0" err="1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同步功能差异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1016000" y="4737696"/>
            <a:ext cx="2159000" cy="11248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zh-CN" alt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厘清 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OneDrive </a:t>
            </a:r>
            <a:r>
              <a:rPr lang="zh-CN" alt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同步与 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SharePoint </a:t>
            </a:r>
            <a:r>
              <a:rPr lang="zh-CN" alt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网站同步之间的核心差异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3467100" y="3683000"/>
            <a:ext cx="2540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57600" y="39116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102100" y="3911600"/>
            <a:ext cx="184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 站点协作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657600" y="4445000"/>
            <a:ext cx="2159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深入 SharePoint 团队站点文档库的同步实操，实现跨部门、跨成员的文件实时共享与版本同步，打造无缝的团队协作空间。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172200" y="3683000"/>
            <a:ext cx="2540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62700" y="39116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807200" y="3911600"/>
            <a:ext cx="184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03 核心对比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362700" y="4445000"/>
            <a:ext cx="2159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深度解析“添加快捷方式”与“直接 Sync 同步”的技术原理、存储差异及网络消耗，厘清二者在不同办公场景下的核心区别。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877300" y="3683000"/>
            <a:ext cx="2540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067800" y="3911600"/>
            <a:ext cx="355600" cy="3556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9512300" y="3911600"/>
            <a:ext cx="184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04 </a:t>
            </a:r>
            <a:r>
              <a:rPr lang="zh-CN" altLang="en-US" sz="16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适用场景推荐</a:t>
            </a:r>
          </a:p>
        </p:txBody>
      </p:sp>
      <p:sp>
        <p:nvSpPr>
          <p:cNvPr id="21" name="AutoShape 21"/>
          <p:cNvSpPr/>
          <p:nvPr/>
        </p:nvSpPr>
        <p:spPr>
          <a:xfrm>
            <a:off x="9067800" y="4445000"/>
            <a:ext cx="2286000" cy="79201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结合日常办公场景给出科学的选型建议</a:t>
            </a:r>
            <a:r>
              <a:rPr lang="zh-CN" altLang="en-US" sz="1300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pic>
        <p:nvPicPr>
          <p:cNvPr id="23" name="Picture 9">
            <a:extLst>
              <a:ext uri="{FF2B5EF4-FFF2-40B4-BE49-F238E27FC236}">
                <a16:creationId xmlns:a16="http://schemas.microsoft.com/office/drawing/2014/main" id="{068CFA27-2E67-38B2-3A6C-08340006680A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10655300" y="254000"/>
            <a:ext cx="1270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1651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PART 01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53423" y="2666871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en-US" altLang="zh-CN" sz="2800" b="1" dirty="0">
                <a:solidFill>
                  <a:srgbClr val="374151"/>
                </a:solidFill>
                <a:latin typeface="Noto Sans SC"/>
                <a:ea typeface="Noto Sans SC"/>
                <a:sym typeface="Noto Sans SC"/>
              </a:rPr>
              <a:t>OneDrive </a:t>
            </a:r>
            <a:r>
              <a:rPr lang="en-US" altLang="zh-CN" sz="2800" b="1" dirty="0" err="1">
                <a:solidFill>
                  <a:srgbClr val="374151"/>
                </a:solidFill>
                <a:latin typeface="Noto Sans SC"/>
                <a:ea typeface="Noto Sans SC"/>
                <a:sym typeface="Noto Sans SC"/>
              </a:rPr>
              <a:t>个人同步与</a:t>
            </a:r>
            <a:r>
              <a:rPr lang="en-US" altLang="zh-CN" sz="2800" b="1" dirty="0">
                <a:solidFill>
                  <a:srgbClr val="374151"/>
                </a:solidFill>
                <a:latin typeface="Noto Sans SC"/>
                <a:ea typeface="Noto Sans SC"/>
                <a:sym typeface="Noto Sans SC"/>
              </a:rPr>
              <a:t> SharePoint </a:t>
            </a:r>
            <a:r>
              <a:rPr lang="en-US" altLang="zh-CN" sz="2800" b="1" dirty="0" err="1">
                <a:solidFill>
                  <a:srgbClr val="374151"/>
                </a:solidFill>
                <a:latin typeface="Noto Sans SC"/>
                <a:ea typeface="Noto Sans SC"/>
                <a:sym typeface="Noto Sans SC"/>
              </a:rPr>
              <a:t>站点同步</a:t>
            </a:r>
            <a:r>
              <a:rPr lang="zh-CN" altLang="en-US" sz="2800" b="1" dirty="0">
                <a:solidFill>
                  <a:srgbClr val="00B0F0"/>
                </a:solidFill>
                <a:latin typeface="Noto Sans SC"/>
                <a:ea typeface="Noto Sans SC"/>
                <a:sym typeface="Poppins"/>
              </a:rPr>
              <a:t>区别</a:t>
            </a:r>
            <a:endParaRPr lang="en-US" sz="2800" b="1" dirty="0">
              <a:solidFill>
                <a:srgbClr val="00B0F0"/>
              </a:solidFill>
              <a:latin typeface="Noto Sans SC"/>
              <a:ea typeface="Noto Sans SC"/>
            </a:endParaRP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D22F397F-6FDC-EF99-3C9D-C31F0D7E77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87" b="387"/>
          <a:stretch>
            <a:fillRect/>
          </a:stretch>
        </p:blipFill>
        <p:spPr>
          <a:xfrm>
            <a:off x="2408397" y="4364281"/>
            <a:ext cx="3048000" cy="1524257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8" name="Picture 5">
            <a:extLst>
              <a:ext uri="{FF2B5EF4-FFF2-40B4-BE49-F238E27FC236}">
                <a16:creationId xmlns:a16="http://schemas.microsoft.com/office/drawing/2014/main" id="{C55A5574-6DB0-0419-F5E2-79F5A990912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606045" y="4366754"/>
            <a:ext cx="3048000" cy="152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6" name="Picture 9">
            <a:extLst>
              <a:ext uri="{FF2B5EF4-FFF2-40B4-BE49-F238E27FC236}">
                <a16:creationId xmlns:a16="http://schemas.microsoft.com/office/drawing/2014/main" id="{1BD0A523-6995-FF36-6C39-EAABF9D134D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0655300" y="254000"/>
            <a:ext cx="1270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执行摘要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0078D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968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19812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01 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架构同源，定位不同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016000" y="2476500"/>
            <a:ext cx="4699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OneDrive 本质是特殊的 SharePoint 个人站点，共享底层技术。但前者聚焦</a:t>
            </a: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“个人生产力”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，作为私人工作区；后者服务</a:t>
            </a: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“团队协作”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，是组织级内容管理的核心平台。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3000" y="1778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0078D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19685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985000" y="19812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02 权限模型差异显著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477000" y="2476500"/>
            <a:ext cx="4699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OneDrive 权限轻量灵活，基于个人共享链接与简单授权；SharePoint 则具备</a:t>
            </a: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精细化的企业级权限体系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，支持库、文件夹甚至文档级的复杂管控，满足合规与安全需求。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40005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0078D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191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24000" y="42037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03 同步方式与范围不同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1016000" y="4699000"/>
            <a:ext cx="4699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OneDrive 默认全量同步个人库至本地；SharePoint 支持</a:t>
            </a: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按需选择性同步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，且微软更推荐使用“添加快捷方式”将云端内容映射至本地，既节省空间又能实时访问。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223000" y="40005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0078D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41910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985000" y="42037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04 适用场景互补共生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477000" y="4699000"/>
            <a:ext cx="4699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OneDrive 是个人工作的“大本营”，存放草稿、私人资料；SharePoint 是团队的“协作广场”，用于共享项目资产、规范标准与知识库，二者共同构建完整的文件协作生态。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3" name="Picture 9">
            <a:extLst>
              <a:ext uri="{FF2B5EF4-FFF2-40B4-BE49-F238E27FC236}">
                <a16:creationId xmlns:a16="http://schemas.microsoft.com/office/drawing/2014/main" id="{069881B6-CF23-B87C-01A9-5D6C0B8BCEE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10655300" y="254000"/>
            <a:ext cx="1270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多维度对比</a:t>
            </a: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 / Multi-Dimensional Comparison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0414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0078D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714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60500" y="1701800"/>
            <a:ext cx="177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适用场景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Application Scenarios</a:t>
            </a:r>
          </a:p>
        </p:txBody>
      </p:sp>
      <p:cxnSp>
        <p:nvCxnSpPr>
          <p:cNvPr id="7" name="Connector 7"/>
          <p:cNvCxnSpPr/>
          <p:nvPr/>
        </p:nvCxnSpPr>
        <p:spPr>
          <a:xfrm rot="5340734">
            <a:off x="3060700" y="2038405"/>
            <a:ext cx="736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3556000" y="1651000"/>
            <a:ext cx="3746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OneDrive：个人与轻量共享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聚焦个人工作文档、草稿及照片备份；适用于临时、非正式的文件分享场景，灵活轻便。</a:t>
            </a:r>
          </a:p>
        </p:txBody>
      </p:sp>
      <p:cxnSp>
        <p:nvCxnSpPr>
          <p:cNvPr id="9" name="Connector 9"/>
          <p:cNvCxnSpPr/>
          <p:nvPr/>
        </p:nvCxnSpPr>
        <p:spPr>
          <a:xfrm rot="5340734">
            <a:off x="7061200" y="2038405"/>
            <a:ext cx="736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7556500" y="1651000"/>
            <a:ext cx="3746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SharePoint：团队与组织协同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承载团队项目交付物、部门SOP及企业知识库；面向正式的组织级协作，沉淀结构化信息。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62000" y="2705100"/>
            <a:ext cx="10668000" cy="10414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0078D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28956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460500" y="2882900"/>
            <a:ext cx="177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协作模式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Collaboration Mode</a:t>
            </a:r>
          </a:p>
        </p:txBody>
      </p:sp>
      <p:cxnSp>
        <p:nvCxnSpPr>
          <p:cNvPr id="14" name="Connector 14"/>
          <p:cNvCxnSpPr/>
          <p:nvPr/>
        </p:nvCxnSpPr>
        <p:spPr>
          <a:xfrm rot="5340734">
            <a:off x="3060700" y="3219505"/>
            <a:ext cx="736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3556000" y="2832100"/>
            <a:ext cx="3746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OneDrive：异步为主，实时为辅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核心为文件共享后的异步修改与回传；支持Office文档的双人实时共同编辑，满足轻量协同。</a:t>
            </a:r>
          </a:p>
        </p:txBody>
      </p:sp>
      <p:cxnSp>
        <p:nvCxnSpPr>
          <p:cNvPr id="16" name="Connector 16"/>
          <p:cNvCxnSpPr/>
          <p:nvPr/>
        </p:nvCxnSpPr>
        <p:spPr>
          <a:xfrm rot="5340734">
            <a:off x="7061200" y="3219505"/>
            <a:ext cx="736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7556500" y="2832100"/>
            <a:ext cx="3746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SharePoint：全流程实时管控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支持多人在同一文件库实时协作，配套版本历史追溯、审批流与权限分级，保障协作规范。</a:t>
            </a:r>
          </a:p>
        </p:txBody>
      </p:sp>
      <p:sp>
        <p:nvSpPr>
          <p:cNvPr id="18" name="AutoShape 18"/>
          <p:cNvSpPr/>
          <p:nvPr/>
        </p:nvSpPr>
        <p:spPr>
          <a:xfrm>
            <a:off x="762000" y="3886200"/>
            <a:ext cx="10668000" cy="10414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0078D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0767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460500" y="4064000"/>
            <a:ext cx="177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管理与治理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Management &amp; Governance</a:t>
            </a:r>
          </a:p>
        </p:txBody>
      </p:sp>
      <p:cxnSp>
        <p:nvCxnSpPr>
          <p:cNvPr id="21" name="Connector 21"/>
          <p:cNvCxnSpPr/>
          <p:nvPr/>
        </p:nvCxnSpPr>
        <p:spPr>
          <a:xfrm rot="5340734">
            <a:off x="3060700" y="4400605"/>
            <a:ext cx="736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3556000" y="4013200"/>
            <a:ext cx="3746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OneDrive：分散式自主管理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全局管理员管控存储配额与基础策略；用户自主管理个人文件的权限与生命周期，灵活度高。</a:t>
            </a:r>
          </a:p>
        </p:txBody>
      </p:sp>
      <p:cxnSp>
        <p:nvCxnSpPr>
          <p:cNvPr id="23" name="Connector 23"/>
          <p:cNvCxnSpPr/>
          <p:nvPr/>
        </p:nvCxnSpPr>
        <p:spPr>
          <a:xfrm rot="5340734">
            <a:off x="7061200" y="4400605"/>
            <a:ext cx="736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7556500" y="4013200"/>
            <a:ext cx="3746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SharePoint：集中式权限治理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由站点管理员统一配置访问权限、共享策略与保留规则；支持访问请求与审计，合规性更强。</a:t>
            </a:r>
          </a:p>
        </p:txBody>
      </p:sp>
      <p:sp>
        <p:nvSpPr>
          <p:cNvPr id="25" name="AutoShape 25"/>
          <p:cNvSpPr/>
          <p:nvPr/>
        </p:nvSpPr>
        <p:spPr>
          <a:xfrm>
            <a:off x="762000" y="5067300"/>
            <a:ext cx="10668000" cy="10414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0078D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5257800"/>
            <a:ext cx="304800" cy="3048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1460500" y="5245100"/>
            <a:ext cx="177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客户端体验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Client Experience</a:t>
            </a:r>
          </a:p>
        </p:txBody>
      </p:sp>
      <p:cxnSp>
        <p:nvCxnSpPr>
          <p:cNvPr id="28" name="Connector 28"/>
          <p:cNvCxnSpPr/>
          <p:nvPr/>
        </p:nvCxnSpPr>
        <p:spPr>
          <a:xfrm rot="5340734">
            <a:off x="3060700" y="5581705"/>
            <a:ext cx="736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AutoShape 29"/>
          <p:cNvSpPr/>
          <p:nvPr/>
        </p:nvSpPr>
        <p:spPr>
          <a:xfrm>
            <a:off x="3556000" y="5194300"/>
            <a:ext cx="3746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OneDrive：独立的用户目录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本地同步盘映射为独立文件夹：</a:t>
            </a:r>
            <a:b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`C:\Users\&lt;user&gt;\OneDrive - &lt;Tenant&gt;`，个人文件专属入口。</a:t>
            </a:r>
          </a:p>
        </p:txBody>
      </p:sp>
      <p:cxnSp>
        <p:nvCxnSpPr>
          <p:cNvPr id="30" name="Connector 30"/>
          <p:cNvCxnSpPr/>
          <p:nvPr/>
        </p:nvCxnSpPr>
        <p:spPr>
          <a:xfrm rot="5340734">
            <a:off x="7061200" y="5581705"/>
            <a:ext cx="736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" name="AutoShape 31"/>
          <p:cNvSpPr/>
          <p:nvPr/>
        </p:nvSpPr>
        <p:spPr>
          <a:xfrm>
            <a:off x="7556500" y="5194300"/>
            <a:ext cx="3746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SharePoint：站点化挂载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以“站点”为单位挂载：</a:t>
            </a:r>
            <a:b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55555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`C:\Users\&lt;user&gt;\SharePoint\&lt;SiteName&gt;`，或作为快捷方式集成于OneDrive中。</a:t>
            </a:r>
          </a:p>
        </p:txBody>
      </p:sp>
      <p:pic>
        <p:nvPicPr>
          <p:cNvPr id="33" name="Picture 9">
            <a:extLst>
              <a:ext uri="{FF2B5EF4-FFF2-40B4-BE49-F238E27FC236}">
                <a16:creationId xmlns:a16="http://schemas.microsoft.com/office/drawing/2014/main" id="{F7D28BC9-181A-8773-EA94-72F4C5FC0C23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10655300" y="254000"/>
            <a:ext cx="1270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1397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dirty="0">
                <a:solidFill>
                  <a:srgbClr val="22C55E"/>
                </a:solidFill>
                <a:latin typeface="Noto Sans SC"/>
                <a:ea typeface="Noto Sans SC"/>
                <a:sym typeface="Noto Sans SC"/>
              </a:rPr>
              <a:t>PART</a:t>
            </a:r>
            <a:r>
              <a:rPr lang="en-US" sz="32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0" y="2413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SharePoint 站点同步操作方法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16000" y="4000500"/>
            <a:ext cx="3048000" cy="152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4445000" y="3937000"/>
            <a:ext cx="2349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5500" y="4127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5016500" y="41275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01 访问站点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635500" y="4572000"/>
            <a:ext cx="1968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登录企业账号进入目标 SharePoint 站点，导航至需要同步的项目文档库或指定文件夹。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921500" y="3937000"/>
            <a:ext cx="2349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12000" y="4127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493000" y="41275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 启动同步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112000" y="4572000"/>
            <a:ext cx="1968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点击界面中的“同步”按钮，在弹出的对话框中确认同步内容，并指定本地电脑的保存路径。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9398000" y="3937000"/>
            <a:ext cx="2349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88500" y="41275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9969500" y="41275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03 监控与管理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588500" y="4572000"/>
            <a:ext cx="1968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通过系统托盘图标查看同步进度，可在设置中调整带宽、管理同步规则或暂停/恢复同步。</a:t>
            </a:r>
            <a:endParaRPr lang="en-US" sz="1100"/>
          </a:p>
        </p:txBody>
      </p:sp>
      <p:pic>
        <p:nvPicPr>
          <p:cNvPr id="19" name="Picture 9">
            <a:extLst>
              <a:ext uri="{FF2B5EF4-FFF2-40B4-BE49-F238E27FC236}">
                <a16:creationId xmlns:a16="http://schemas.microsoft.com/office/drawing/2014/main" id="{2CF643DD-A2B9-6EE8-FCF6-22F8BB6D2E7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10655300" y="254000"/>
            <a:ext cx="1270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从 SharePoint 网站同步文档库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0066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98600" y="19685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01 访问 SharePoint 站点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413000"/>
            <a:ext cx="4699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在浏览器中打开目标网站，通过“网站内容”或左侧导航栏，找到并进入您需要同步的具体文档库页面。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3655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5941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498600" y="35560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 触发同步指令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4000500"/>
            <a:ext cx="4699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在文档库顶部命令栏中找到“同步”按钮并点击，在弹出的系统提示中，确认“打开 Microsoft OneDrive”以唤起桌面客户端。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9530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1816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498600" y="51435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03 完成同步与本地访问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5588000"/>
            <a:ext cx="4699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OneDrive 将自动完成同步，您可在文件资源管理器中看到新的同步文件夹，像访问本地文件一样随时查阅和编辑。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/>
          <a:srcRect l="5291" r="5291"/>
          <a:stretch>
            <a:fillRect/>
          </a:stretch>
        </p:blipFill>
        <p:spPr>
          <a:xfrm>
            <a:off x="6223000" y="2159000"/>
            <a:ext cx="5334000" cy="2667000"/>
          </a:xfrm>
          <a:prstGeom prst="rect">
            <a:avLst/>
          </a:prstGeom>
          <a:noFill/>
          <a:ln w="25400" cap="flat" cmpd="sng">
            <a:solidFill>
              <a:srgbClr val="FFFFFF">
                <a:alpha val="90000"/>
              </a:srgbClr>
            </a:solidFill>
            <a:prstDash val="solid"/>
            <a:round/>
          </a:ln>
          <a:effectLst>
            <a:outerShdw blurRad="203200" dist="76200" dir="2700000" algn="tl" rotWithShape="0">
              <a:srgbClr val="000000">
                <a:alpha val="12000"/>
              </a:srgbClr>
            </a:outerShdw>
          </a:effectLst>
        </p:spPr>
      </p:pic>
      <p:sp>
        <p:nvSpPr>
          <p:cNvPr id="17" name="AutoShape 17"/>
          <p:cNvSpPr/>
          <p:nvPr/>
        </p:nvSpPr>
        <p:spPr>
          <a:xfrm>
            <a:off x="6223000" y="5080000"/>
            <a:ext cx="5334000" cy="1270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413500" y="5232400"/>
            <a:ext cx="508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1" i="0" u="none" strike="noStrike" dirty="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💡 </a:t>
            </a:r>
            <a:r>
              <a:rPr lang="en-US" sz="1500" b="1" i="0" u="none" strike="noStrike" dirty="0" err="1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关键提示：双向同步机制</a:t>
            </a:r>
            <a:endParaRPr lang="en-US" sz="1100" dirty="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同步建立后，本地文件夹的修改会实时推送到云端，反之亦然。这确保了您与团队成员始终访问的是文件的最新版本，实现高效协同</a:t>
            </a:r>
            <a:r>
              <a:rPr lang="en-US" sz="14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pic>
        <p:nvPicPr>
          <p:cNvPr id="20" name="Picture 9">
            <a:extLst>
              <a:ext uri="{FF2B5EF4-FFF2-40B4-BE49-F238E27FC236}">
                <a16:creationId xmlns:a16="http://schemas.microsoft.com/office/drawing/2014/main" id="{09202251-72DA-5185-33E0-A632B4FDAEE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10655300" y="254000"/>
            <a:ext cx="1270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从 Microsoft Teams 同步文件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l="107" r="107"/>
          <a:stretch>
            <a:fillRect/>
          </a:stretch>
        </p:blipFill>
        <p:spPr>
          <a:xfrm>
            <a:off x="762000" y="2032000"/>
            <a:ext cx="4572000" cy="2984500"/>
          </a:xfrm>
          <a:prstGeom prst="rect">
            <a:avLst/>
          </a:prstGeom>
          <a:noFill/>
          <a:ln w="25400" cap="flat" cmpd="sng">
            <a:solidFill>
              <a:srgbClr val="FFFFFF">
                <a:alpha val="70000"/>
              </a:srgbClr>
            </a:solidFill>
            <a:prstDash val="solid"/>
            <a:round/>
          </a:ln>
          <a:effectLst>
            <a:outerShdw blurRad="152400" dist="50800" dir="27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52070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Teams 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中的文件实质上存储于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SharePoint </a:t>
            </a:r>
            <a:r>
              <a:rPr lang="en-US" sz="13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文档库中，通过频道的「文件」选项卡可直接访问，实现了即时通讯与文档协作的无缝衔接</a:t>
            </a:r>
            <a:r>
              <a:rPr lang="en-US" sz="13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5842000" y="2032000"/>
            <a:ext cx="5588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0" y="22606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6578600" y="22606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 进入频道文件库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096000" y="2730500"/>
            <a:ext cx="495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在 Microsoft Teams 中打开任意目标频道，点击顶部导航栏的「文件」选项卡，即可查看该频道关联的 SharePoint 云端文档库内容。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842000" y="3873500"/>
            <a:ext cx="5588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22C55E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6000" y="41021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578600" y="4102100"/>
            <a:ext cx="4826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 启动一键同步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096000" y="4572000"/>
            <a:ext cx="495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在文件页面右上角找到「同步」按钮并点击，系统将自动引导完成同步设置。后续流程与从 SharePoint 网站同步完全一致，轻松实现本地文件与云端的实时双向同步。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842000" y="5778500"/>
            <a:ext cx="5588000" cy="762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cap="flat" cmpd="sng">
            <a:solidFill>
              <a:srgbClr val="0CAC47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032500" y="5905500"/>
            <a:ext cx="533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166534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核心优势：</a:t>
            </a:r>
            <a:r>
              <a:rPr lang="en-US" sz="1300" b="0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同步后支持离线编辑，重新联网时本地修改将自动同步回云端，确保团队成员间的文件始终保持最新版本。</a:t>
            </a:r>
            <a:endParaRPr lang="en-US" sz="1100"/>
          </a:p>
        </p:txBody>
      </p:sp>
      <p:pic>
        <p:nvPicPr>
          <p:cNvPr id="17" name="Picture 9">
            <a:extLst>
              <a:ext uri="{FF2B5EF4-FFF2-40B4-BE49-F238E27FC236}">
                <a16:creationId xmlns:a16="http://schemas.microsoft.com/office/drawing/2014/main" id="{212A4424-BA6F-D9F9-CEBF-D1DB4683668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0655300" y="254000"/>
            <a:ext cx="1270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762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PART 03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81000" y="1397000"/>
            <a:ext cx="1143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核心对比分析：“添加快捷方式” vs “Sync”直接同步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l="263" r="263"/>
          <a:stretch>
            <a:fillRect/>
          </a:stretch>
        </p:blipFill>
        <p:spPr>
          <a:xfrm>
            <a:off x="3810000" y="2857500"/>
            <a:ext cx="4572000" cy="2413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  <a:effectLst>
            <a:outerShdw blurRad="190500" dist="63500" dir="2700000" algn="tl" rotWithShape="0">
              <a:srgbClr val="000000">
                <a:alpha val="15000"/>
              </a:srgbClr>
            </a:outerShdw>
          </a:effectLst>
        </p:spPr>
      </p:pic>
      <p:sp>
        <p:nvSpPr>
          <p:cNvPr id="6" name="AutoShape 6"/>
          <p:cNvSpPr/>
          <p:nvPr/>
        </p:nvSpPr>
        <p:spPr>
          <a:xfrm>
            <a:off x="609600" y="5334000"/>
            <a:ext cx="5397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2800" y="54864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219200" y="5486400"/>
            <a:ext cx="457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添加快捷方式：轻量云端挂载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12800" y="5842000"/>
            <a:ext cx="4953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文件实际存储于云端，本地仅保留访问入口，极大节省磁盘空间；适合高频查看、低频修改的静态文档与共享资源。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184900" y="5334000"/>
            <a:ext cx="5397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88100" y="54864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794500" y="5486400"/>
            <a:ext cx="457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直接同步：本地完整镜像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388100" y="5842000"/>
            <a:ext cx="4953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将文件完整下载至本地硬盘，支持离线编辑与实时双向同步；修改即时上云，适合需要频繁创作、断网可用的重度编辑场景。</a:t>
            </a:r>
            <a:endParaRPr lang="en-US" sz="1100"/>
          </a:p>
        </p:txBody>
      </p:sp>
      <p:pic>
        <p:nvPicPr>
          <p:cNvPr id="15" name="Picture 9">
            <a:extLst>
              <a:ext uri="{FF2B5EF4-FFF2-40B4-BE49-F238E27FC236}">
                <a16:creationId xmlns:a16="http://schemas.microsoft.com/office/drawing/2014/main" id="{0D7BB6E1-C14C-B54E-763A-02A87010551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0655300" y="254000"/>
            <a:ext cx="1270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详细功能对比表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70500" cy="635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89000" y="1778000"/>
            <a:ext cx="5016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添加快捷方式 (Add Shortcut)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159500" y="1651000"/>
            <a:ext cx="5270500" cy="635000"/>
          </a:xfrm>
          <a:prstGeom prst="roundRect">
            <a:avLst>
              <a:gd name="adj" fmla="val 0"/>
            </a:avLst>
          </a:prstGeom>
          <a:solidFill>
            <a:srgbClr val="EF4444">
              <a:alpha val="10000"/>
            </a:srgbClr>
          </a:solidFill>
          <a:ln w="12700" cap="flat" cmpd="sng">
            <a:solidFill>
              <a:srgbClr val="EF444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6286500" y="1778000"/>
            <a:ext cx="5016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直接同步 (Sync)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2476500"/>
            <a:ext cx="5270500" cy="6604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cap="flat" cmpd="sng">
            <a:solidFill>
              <a:srgbClr val="E6CFCF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889000" y="2540000"/>
            <a:ext cx="50165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💾 磁盘占用：极小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仅占用快捷方式本身的几KB空间，不消耗实际存储。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159500" y="2476500"/>
            <a:ext cx="5270500" cy="6604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cap="flat" cmpd="sng">
            <a:solidFill>
              <a:srgbClr val="E6CFCF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286500" y="2540000"/>
            <a:ext cx="50165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💾 磁盘占用：等同文件大小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会将云端所有文件下载到本地，占用大量硬盘空间。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3238500"/>
            <a:ext cx="5270500" cy="6604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cap="flat" cmpd="sng">
            <a:solidFill>
              <a:srgbClr val="E6CFCF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889000" y="3302000"/>
            <a:ext cx="50165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📡 离线访问：需联网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依赖网络连接，无网时仅能看到快捷方式，无法打开。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159500" y="3238500"/>
            <a:ext cx="5270500" cy="6604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cap="flat" cmpd="sng">
            <a:solidFill>
              <a:srgbClr val="E6CFCF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286500" y="3302000"/>
            <a:ext cx="50165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📡 离线访问：完全支持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文件已本地化，无网络环境下也能正常读写和编辑。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000500"/>
            <a:ext cx="5270500" cy="6604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cap="flat" cmpd="sng">
            <a:solidFill>
              <a:srgbClr val="E6CFCF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89000" y="4064000"/>
            <a:ext cx="50165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🔗 跨设备：自动同步可见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所有登录同一微软账户的设备上自动出现，无需重复操作。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159500" y="4000500"/>
            <a:ext cx="5270500" cy="6604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cap="flat" cmpd="sng">
            <a:solidFill>
              <a:srgbClr val="E6CFCF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286500" y="4064000"/>
            <a:ext cx="50165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🔗 跨设备：设备独立配置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同步范围按设备单独设置，不同电脑间的同步项互不影响。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4762500"/>
            <a:ext cx="5270500" cy="6604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cap="flat" cmpd="sng">
            <a:solidFill>
              <a:srgbClr val="E6CFCF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889000" y="4826000"/>
            <a:ext cx="50165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📂 路径：OneDrive 根目录内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直接整合在个人 OneDrive 文件夹中，统一管理入口。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159500" y="4762500"/>
            <a:ext cx="5270500" cy="6604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cap="flat" cmpd="sng">
            <a:solidFill>
              <a:srgbClr val="E6CFCF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6286500" y="4826000"/>
            <a:ext cx="50165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📂 路径：独立的站点文件夹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出现在“组织名 - 站点名”独立目录下，与个人文件隔离。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5524500"/>
            <a:ext cx="5270500" cy="660400"/>
          </a:xfrm>
          <a:prstGeom prst="roundRect">
            <a:avLst>
              <a:gd name="adj" fmla="val 0"/>
            </a:avLst>
          </a:prstGeom>
          <a:solidFill>
            <a:srgbClr val="22C55E">
              <a:alpha val="15000"/>
            </a:srgbClr>
          </a:solidFill>
          <a:ln cap="flat" cmpd="sng">
            <a:solidFill>
              <a:srgbClr val="0CAC47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889000" y="5588000"/>
            <a:ext cx="50165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✅ 微软推荐：首选方案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166534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微软目前主推的连接方式，平衡性能与便捷性的最佳实践。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159500" y="5524500"/>
            <a:ext cx="5270500" cy="660400"/>
          </a:xfrm>
          <a:prstGeom prst="roundRect">
            <a:avLst>
              <a:gd name="adj" fmla="val 0"/>
            </a:avLst>
          </a:prstGeom>
          <a:solidFill>
            <a:srgbClr val="F3F4F6">
              <a:alpha val="60000"/>
            </a:srgbClr>
          </a:solidFill>
          <a:ln cap="flat" cmpd="sng">
            <a:solidFill>
              <a:srgbClr val="C4CCDD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6286500" y="5588000"/>
            <a:ext cx="50165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微软推荐：仅限特殊场景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仅建议在需要长时间离线工作或网络不稳定的环境下使用。</a:t>
            </a:r>
            <a:endParaRPr lang="en-US" sz="1100"/>
          </a:p>
        </p:txBody>
      </p:sp>
      <p:pic>
        <p:nvPicPr>
          <p:cNvPr id="29" name="Picture 9">
            <a:extLst>
              <a:ext uri="{FF2B5EF4-FFF2-40B4-BE49-F238E27FC236}">
                <a16:creationId xmlns:a16="http://schemas.microsoft.com/office/drawing/2014/main" id="{9D178C05-BB38-3D2F-7313-86B476DB6C1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655300" y="254000"/>
            <a:ext cx="1270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适用场景推荐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07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159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 添加快捷方式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667000"/>
            <a:ext cx="469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轻量化云端挂载，实现多端资源统一聚合管理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291">
            <a:off x="1016009" y="3168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441700"/>
            <a:ext cx="228600" cy="228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71600" y="3429000"/>
            <a:ext cx="444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稳定网络环境：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常驻办公室或WiFi覆盖区，依托实时云端连接进行协作。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4013200"/>
            <a:ext cx="228600" cy="228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71600" y="4000500"/>
            <a:ext cx="444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多设备无缝切换：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电脑、平板、手机多端访问体验一致，文件状态实时同步。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4584700"/>
            <a:ext cx="228600" cy="228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371600" y="4572000"/>
            <a:ext cx="444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本地空间友好：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仅创建指针链接，不占用本地磁盘，轻松管理海量资源。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5156200"/>
            <a:ext cx="228600" cy="228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371600" y="5143500"/>
            <a:ext cx="444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官方最佳实践：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微软推荐的现代化协作方式，更高效、更安全的云端管理。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1905000"/>
            <a:ext cx="5207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477000" y="2159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 直接同步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77000" y="2667000"/>
            <a:ext cx="469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本地化全量存储，保障断网可用与高性能读写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9291">
            <a:off x="6477009" y="3168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3441700"/>
            <a:ext cx="228600" cy="228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832600" y="3429000"/>
            <a:ext cx="444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离线作业刚需：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频繁出差、通勤或身处网络不稳定环境，需随时随地访问。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4013200"/>
            <a:ext cx="228600" cy="2286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6832600" y="4000500"/>
            <a:ext cx="444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大型文件高频编辑：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处理高清视频、设计源文件等大体积内容，本地读写更流畅。</a:t>
            </a:r>
            <a:endParaRPr lang="en-US" sz="1100"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4584700"/>
            <a:ext cx="228600" cy="2286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6832600" y="4572000"/>
            <a:ext cx="444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本地路径依赖：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专业软件或插件必须访问本地文件路径才能正常运行。</a:t>
            </a:r>
            <a:endParaRPr lang="en-US" sz="1100"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5156200"/>
            <a:ext cx="228600" cy="2286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6832600" y="5143500"/>
            <a:ext cx="4445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外部用户访问：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作为外部协作者(Guest)访问共享库，突破快捷方式权限限制。</a:t>
            </a:r>
            <a:endParaRPr lang="en-US" sz="1100"/>
          </a:p>
        </p:txBody>
      </p:sp>
      <p:pic>
        <p:nvPicPr>
          <p:cNvPr id="29" name="Picture 9">
            <a:extLst>
              <a:ext uri="{FF2B5EF4-FFF2-40B4-BE49-F238E27FC236}">
                <a16:creationId xmlns:a16="http://schemas.microsoft.com/office/drawing/2014/main" id="{CE221B94-270F-2EE6-BC4A-94A64ED1919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0655300" y="254000"/>
            <a:ext cx="1270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3" name="AutoShape 3"/>
          <p:cNvSpPr/>
          <p:nvPr/>
        </p:nvSpPr>
        <p:spPr>
          <a:xfrm>
            <a:off x="0" y="2286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Q&amp;A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810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336675" y="5257800"/>
            <a:ext cx="965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您的每一个问题，都是我们深入探讨的契机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b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现在进入自由交流环节，欢迎大家畅所欲言，共同探讨更多可能</a:t>
            </a:r>
            <a:r>
              <a:rPr lang="en-US" sz="16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5334000" y="6032500"/>
            <a:ext cx="1524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14C168A0-8AD6-B82A-B2B4-458F6EBC78C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655300" y="254000"/>
            <a:ext cx="1270000" cy="50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658A409FEE6644C9F49EF08BD6600A1" ma:contentTypeVersion="8" ma:contentTypeDescription="Create a new document." ma:contentTypeScope="" ma:versionID="5c5738ae90f12becf0416d4549f1c16e">
  <xsd:schema xmlns:xsd="http://www.w3.org/2001/XMLSchema" xmlns:xs="http://www.w3.org/2001/XMLSchema" xmlns:p="http://schemas.microsoft.com/office/2006/metadata/properties" xmlns:ns2="855c19bd-d225-4736-982b-91be3757d23b" targetNamespace="http://schemas.microsoft.com/office/2006/metadata/properties" ma:root="true" ma:fieldsID="fc23c1225f8a4f7a1020dbe33de21d8f" ns2:_="">
    <xsd:import namespace="855c19bd-d225-4736-982b-91be3757d23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5c19bd-d225-4736-982b-91be3757d23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4FD1C5D-A205-45A0-A984-D87750AD193D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B70FD0E2-D52C-495B-9CD2-64409867897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711ED6C-4418-4296-BD1B-BC7E863C7AD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5c19bd-d225-4736-982b-91be3757d23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193</TotalTime>
  <Words>997</Words>
  <Application>Microsoft Office PowerPoint</Application>
  <PresentationFormat>宽屏</PresentationFormat>
  <Paragraphs>143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Noto Sans SC</vt:lpstr>
      <vt:lpstr>Arial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Bollan Zhang</cp:lastModifiedBy>
  <cp:revision>1</cp:revision>
  <dcterms:modified xsi:type="dcterms:W3CDTF">2026-07-30T06:14:29Z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{"Label":"1","ContentProducer":"001191110102MACQD9K64010000","ProduceID":"7660811363447622639","ReservedCode1":"","ContentPropagator":"","PropagateID":"","ReservedCode2":""}</vt:lpwstr>
  </property>
  <property fmtid="{D5CDD505-2E9C-101B-9397-08002B2CF9AE}" pid="3" name="ContentTypeId">
    <vt:lpwstr>0x0101005658A409FEE6644C9F49EF08BD6600A1</vt:lpwstr>
  </property>
</Properties>
</file>